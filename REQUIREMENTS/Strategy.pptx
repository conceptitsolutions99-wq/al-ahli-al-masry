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72" r:id="rId5"/>
    <p:sldId id="260" r:id="rId6"/>
    <p:sldId id="273" r:id="rId7"/>
    <p:sldId id="261" r:id="rId8"/>
    <p:sldId id="262" r:id="rId9"/>
    <p:sldId id="264" r:id="rId10"/>
    <p:sldId id="265" r:id="rId11"/>
    <p:sldId id="267" r:id="rId12"/>
    <p:sldId id="268" r:id="rId13"/>
    <p:sldId id="274" r:id="rId14"/>
    <p:sldId id="275"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60"/>
  </p:normalViewPr>
  <p:slideViewPr>
    <p:cSldViewPr snapToGrid="0">
      <p:cViewPr varScale="1">
        <p:scale>
          <a:sx n="92" d="100"/>
          <a:sy n="92" d="100"/>
        </p:scale>
        <p:origin x="245" y="1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UR PC" userId="9e19d89d394c18ec" providerId="LiveId" clId="{CB7867F4-59F5-4105-ACF8-D82A259E8FD0}"/>
    <pc:docChg chg="addSld modSld">
      <pc:chgData name="OUR PC" userId="9e19d89d394c18ec" providerId="LiveId" clId="{CB7867F4-59F5-4105-ACF8-D82A259E8FD0}" dt="2026-09-14T10:17:51.145" v="2021" actId="1076"/>
      <pc:docMkLst>
        <pc:docMk/>
      </pc:docMkLst>
      <pc:sldChg chg="addSp modSp mod">
        <pc:chgData name="OUR PC" userId="9e19d89d394c18ec" providerId="LiveId" clId="{CB7867F4-59F5-4105-ACF8-D82A259E8FD0}" dt="2026-09-14T09:46:36.053" v="125" actId="1076"/>
        <pc:sldMkLst>
          <pc:docMk/>
          <pc:sldMk cId="3600653076" sldId="256"/>
        </pc:sldMkLst>
        <pc:spChg chg="mod">
          <ac:chgData name="OUR PC" userId="9e19d89d394c18ec" providerId="LiveId" clId="{CB7867F4-59F5-4105-ACF8-D82A259E8FD0}" dt="2026-09-14T09:45:45.925" v="109" actId="20577"/>
          <ac:spMkLst>
            <pc:docMk/>
            <pc:sldMk cId="3600653076" sldId="256"/>
            <ac:spMk id="2" creationId="{9457C13A-4998-8317-DEA8-39CEFC857CE1}"/>
          </ac:spMkLst>
        </pc:spChg>
        <pc:spChg chg="mod">
          <ac:chgData name="OUR PC" userId="9e19d89d394c18ec" providerId="LiveId" clId="{CB7867F4-59F5-4105-ACF8-D82A259E8FD0}" dt="2026-09-14T09:46:36.053" v="125" actId="1076"/>
          <ac:spMkLst>
            <pc:docMk/>
            <pc:sldMk cId="3600653076" sldId="256"/>
            <ac:spMk id="3" creationId="{44979E0B-E7D0-938A-759E-1DABD0286315}"/>
          </ac:spMkLst>
        </pc:spChg>
        <pc:picChg chg="add mod">
          <ac:chgData name="OUR PC" userId="9e19d89d394c18ec" providerId="LiveId" clId="{CB7867F4-59F5-4105-ACF8-D82A259E8FD0}" dt="2026-09-14T09:46:29.373" v="123" actId="1076"/>
          <ac:picMkLst>
            <pc:docMk/>
            <pc:sldMk cId="3600653076" sldId="256"/>
            <ac:picMk id="5" creationId="{CD14F69D-06DC-AE44-9E74-9F68C947D9B4}"/>
          </ac:picMkLst>
        </pc:picChg>
      </pc:sldChg>
      <pc:sldChg chg="modSp mod">
        <pc:chgData name="OUR PC" userId="9e19d89d394c18ec" providerId="LiveId" clId="{CB7867F4-59F5-4105-ACF8-D82A259E8FD0}" dt="2026-09-14T10:17:51.145" v="2021" actId="1076"/>
        <pc:sldMkLst>
          <pc:docMk/>
          <pc:sldMk cId="2762538271" sldId="257"/>
        </pc:sldMkLst>
        <pc:spChg chg="mod">
          <ac:chgData name="OUR PC" userId="9e19d89d394c18ec" providerId="LiveId" clId="{CB7867F4-59F5-4105-ACF8-D82A259E8FD0}" dt="2026-09-14T10:17:51.145" v="2021" actId="1076"/>
          <ac:spMkLst>
            <pc:docMk/>
            <pc:sldMk cId="2762538271" sldId="257"/>
            <ac:spMk id="2" creationId="{FD9D4570-AB20-1A17-B7A4-904FF536E593}"/>
          </ac:spMkLst>
        </pc:spChg>
        <pc:graphicFrameChg chg="mod modGraphic">
          <ac:chgData name="OUR PC" userId="9e19d89d394c18ec" providerId="LiveId" clId="{CB7867F4-59F5-4105-ACF8-D82A259E8FD0}" dt="2026-09-14T10:17:41.837" v="2019" actId="1076"/>
          <ac:graphicFrameMkLst>
            <pc:docMk/>
            <pc:sldMk cId="2762538271" sldId="257"/>
            <ac:graphicFrameMk id="4" creationId="{FF38EE4D-5409-8199-90E1-9B30496DADF7}"/>
          </ac:graphicFrameMkLst>
        </pc:graphicFrameChg>
      </pc:sldChg>
      <pc:sldChg chg="modSp add mod">
        <pc:chgData name="OUR PC" userId="9e19d89d394c18ec" providerId="LiveId" clId="{CB7867F4-59F5-4105-ACF8-D82A259E8FD0}" dt="2026-09-13T22:17:44.570" v="14" actId="20577"/>
        <pc:sldMkLst>
          <pc:docMk/>
          <pc:sldMk cId="4090674098" sldId="269"/>
        </pc:sldMkLst>
        <pc:spChg chg="mod">
          <ac:chgData name="OUR PC" userId="9e19d89d394c18ec" providerId="LiveId" clId="{CB7867F4-59F5-4105-ACF8-D82A259E8FD0}" dt="2026-09-13T22:17:44.570" v="14" actId="20577"/>
          <ac:spMkLst>
            <pc:docMk/>
            <pc:sldMk cId="4090674098" sldId="269"/>
            <ac:spMk id="2" creationId="{2B20902F-1788-1905-CFE6-ECA7B61B1E36}"/>
          </ac:spMkLst>
        </pc:spChg>
      </pc:sldChg>
      <pc:sldChg chg="modSp add mod">
        <pc:chgData name="OUR PC" userId="9e19d89d394c18ec" providerId="LiveId" clId="{CB7867F4-59F5-4105-ACF8-D82A259E8FD0}" dt="2026-09-13T22:17:56.377" v="38" actId="20577"/>
        <pc:sldMkLst>
          <pc:docMk/>
          <pc:sldMk cId="1724008522" sldId="270"/>
        </pc:sldMkLst>
        <pc:spChg chg="mod">
          <ac:chgData name="OUR PC" userId="9e19d89d394c18ec" providerId="LiveId" clId="{CB7867F4-59F5-4105-ACF8-D82A259E8FD0}" dt="2026-09-13T22:17:56.377" v="38" actId="20577"/>
          <ac:spMkLst>
            <pc:docMk/>
            <pc:sldMk cId="1724008522" sldId="270"/>
            <ac:spMk id="2" creationId="{6F13B352-C623-68E7-4CE0-31EAB84A262D}"/>
          </ac:spMkLst>
        </pc:spChg>
      </pc:sldChg>
      <pc:sldChg chg="modSp add mod">
        <pc:chgData name="OUR PC" userId="9e19d89d394c18ec" providerId="LiveId" clId="{CB7867F4-59F5-4105-ACF8-D82A259E8FD0}" dt="2026-09-13T22:19:04.311" v="51" actId="20577"/>
        <pc:sldMkLst>
          <pc:docMk/>
          <pc:sldMk cId="781008447" sldId="271"/>
        </pc:sldMkLst>
        <pc:spChg chg="mod">
          <ac:chgData name="OUR PC" userId="9e19d89d394c18ec" providerId="LiveId" clId="{CB7867F4-59F5-4105-ACF8-D82A259E8FD0}" dt="2026-09-13T22:19:04.311" v="51" actId="20577"/>
          <ac:spMkLst>
            <pc:docMk/>
            <pc:sldMk cId="781008447" sldId="271"/>
            <ac:spMk id="2" creationId="{41B56B2E-AF54-DE76-EB7C-FAA29786D1E1}"/>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F281F7-30F2-AD13-D1CF-C243CC1708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4AB2A37-FA8D-6E9B-7DB4-6F8E86A89D8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C1A432C-7BDD-71E1-700A-57BD69DDF5F5}"/>
              </a:ext>
            </a:extLst>
          </p:cNvPr>
          <p:cNvSpPr>
            <a:spLocks noGrp="1"/>
          </p:cNvSpPr>
          <p:nvPr>
            <p:ph type="dt" sz="half" idx="10"/>
          </p:nvPr>
        </p:nvSpPr>
        <p:spPr/>
        <p:txBody>
          <a:bodyPr/>
          <a:lstStyle/>
          <a:p>
            <a:fld id="{2F45A2F1-AB87-462F-B3B6-6AF91C3FD6FC}" type="datetimeFigureOut">
              <a:rPr lang="en-US" smtClean="0"/>
              <a:t>9/15/2026</a:t>
            </a:fld>
            <a:endParaRPr lang="en-US"/>
          </a:p>
        </p:txBody>
      </p:sp>
      <p:sp>
        <p:nvSpPr>
          <p:cNvPr id="5" name="Footer Placeholder 4">
            <a:extLst>
              <a:ext uri="{FF2B5EF4-FFF2-40B4-BE49-F238E27FC236}">
                <a16:creationId xmlns:a16="http://schemas.microsoft.com/office/drawing/2014/main" id="{BCB5DFC5-14E3-9EAE-97E0-4E88F2ECA5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4FD9B1-1A9E-77F2-5DD5-13B9B50813B6}"/>
              </a:ext>
            </a:extLst>
          </p:cNvPr>
          <p:cNvSpPr>
            <a:spLocks noGrp="1"/>
          </p:cNvSpPr>
          <p:nvPr>
            <p:ph type="sldNum" sz="quarter" idx="12"/>
          </p:nvPr>
        </p:nvSpPr>
        <p:spPr/>
        <p:txBody>
          <a:bodyPr/>
          <a:lstStyle/>
          <a:p>
            <a:fld id="{AB7E8524-9D23-4ECA-912C-B1AE2786A4A2}" type="slidenum">
              <a:rPr lang="en-US" smtClean="0"/>
              <a:t>‹#›</a:t>
            </a:fld>
            <a:endParaRPr lang="en-US"/>
          </a:p>
        </p:txBody>
      </p:sp>
    </p:spTree>
    <p:extLst>
      <p:ext uri="{BB962C8B-B14F-4D97-AF65-F5344CB8AC3E}">
        <p14:creationId xmlns:p14="http://schemas.microsoft.com/office/powerpoint/2010/main" val="14229922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1EA58-3CFF-A8BD-DD07-A9FC8E4DB65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471BB33-6E94-53F4-A6F9-06535E1CF16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A124B8-618A-DAB4-2CCA-0F70659F69FD}"/>
              </a:ext>
            </a:extLst>
          </p:cNvPr>
          <p:cNvSpPr>
            <a:spLocks noGrp="1"/>
          </p:cNvSpPr>
          <p:nvPr>
            <p:ph type="dt" sz="half" idx="10"/>
          </p:nvPr>
        </p:nvSpPr>
        <p:spPr/>
        <p:txBody>
          <a:bodyPr/>
          <a:lstStyle/>
          <a:p>
            <a:fld id="{2F45A2F1-AB87-462F-B3B6-6AF91C3FD6FC}" type="datetimeFigureOut">
              <a:rPr lang="en-US" smtClean="0"/>
              <a:t>9/15/2026</a:t>
            </a:fld>
            <a:endParaRPr lang="en-US"/>
          </a:p>
        </p:txBody>
      </p:sp>
      <p:sp>
        <p:nvSpPr>
          <p:cNvPr id="5" name="Footer Placeholder 4">
            <a:extLst>
              <a:ext uri="{FF2B5EF4-FFF2-40B4-BE49-F238E27FC236}">
                <a16:creationId xmlns:a16="http://schemas.microsoft.com/office/drawing/2014/main" id="{90C511A4-3DBF-31C8-0B4A-776BBF337C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53A541-4B4F-C810-F561-84DD06939E51}"/>
              </a:ext>
            </a:extLst>
          </p:cNvPr>
          <p:cNvSpPr>
            <a:spLocks noGrp="1"/>
          </p:cNvSpPr>
          <p:nvPr>
            <p:ph type="sldNum" sz="quarter" idx="12"/>
          </p:nvPr>
        </p:nvSpPr>
        <p:spPr/>
        <p:txBody>
          <a:bodyPr/>
          <a:lstStyle/>
          <a:p>
            <a:fld id="{AB7E8524-9D23-4ECA-912C-B1AE2786A4A2}" type="slidenum">
              <a:rPr lang="en-US" smtClean="0"/>
              <a:t>‹#›</a:t>
            </a:fld>
            <a:endParaRPr lang="en-US"/>
          </a:p>
        </p:txBody>
      </p:sp>
    </p:spTree>
    <p:extLst>
      <p:ext uri="{BB962C8B-B14F-4D97-AF65-F5344CB8AC3E}">
        <p14:creationId xmlns:p14="http://schemas.microsoft.com/office/powerpoint/2010/main" val="6851341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1E93E-AFC4-D97D-16B6-3DBF8033B32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8C1AC2F-C372-0FD5-7FEF-EE9CEA27B0D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7B2F78B-6F93-E796-E9A8-3684EF80A04C}"/>
              </a:ext>
            </a:extLst>
          </p:cNvPr>
          <p:cNvSpPr>
            <a:spLocks noGrp="1"/>
          </p:cNvSpPr>
          <p:nvPr>
            <p:ph type="dt" sz="half" idx="10"/>
          </p:nvPr>
        </p:nvSpPr>
        <p:spPr/>
        <p:txBody>
          <a:bodyPr/>
          <a:lstStyle/>
          <a:p>
            <a:fld id="{2F45A2F1-AB87-462F-B3B6-6AF91C3FD6FC}" type="datetimeFigureOut">
              <a:rPr lang="en-US" smtClean="0"/>
              <a:t>9/15/2026</a:t>
            </a:fld>
            <a:endParaRPr lang="en-US"/>
          </a:p>
        </p:txBody>
      </p:sp>
      <p:sp>
        <p:nvSpPr>
          <p:cNvPr id="5" name="Footer Placeholder 4">
            <a:extLst>
              <a:ext uri="{FF2B5EF4-FFF2-40B4-BE49-F238E27FC236}">
                <a16:creationId xmlns:a16="http://schemas.microsoft.com/office/drawing/2014/main" id="{0E3B651A-0FB1-CC37-3537-3FF56CE0BB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0899FB5-8317-3FA5-87C0-71B923988A19}"/>
              </a:ext>
            </a:extLst>
          </p:cNvPr>
          <p:cNvSpPr>
            <a:spLocks noGrp="1"/>
          </p:cNvSpPr>
          <p:nvPr>
            <p:ph type="sldNum" sz="quarter" idx="12"/>
          </p:nvPr>
        </p:nvSpPr>
        <p:spPr/>
        <p:txBody>
          <a:bodyPr/>
          <a:lstStyle/>
          <a:p>
            <a:fld id="{AB7E8524-9D23-4ECA-912C-B1AE2786A4A2}" type="slidenum">
              <a:rPr lang="en-US" smtClean="0"/>
              <a:t>‹#›</a:t>
            </a:fld>
            <a:endParaRPr lang="en-US"/>
          </a:p>
        </p:txBody>
      </p:sp>
    </p:spTree>
    <p:extLst>
      <p:ext uri="{BB962C8B-B14F-4D97-AF65-F5344CB8AC3E}">
        <p14:creationId xmlns:p14="http://schemas.microsoft.com/office/powerpoint/2010/main" val="23189471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83103E-AEBB-CC3B-2519-56BF5244828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A73F914-B71E-CE8D-232A-14FE4F55006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BD9A08D-687E-B0A3-3583-41A51F242D3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7D51597-1BC5-1FCC-10FF-B5CAC9FA41CD}"/>
              </a:ext>
            </a:extLst>
          </p:cNvPr>
          <p:cNvSpPr>
            <a:spLocks noGrp="1"/>
          </p:cNvSpPr>
          <p:nvPr>
            <p:ph type="dt" sz="half" idx="10"/>
          </p:nvPr>
        </p:nvSpPr>
        <p:spPr/>
        <p:txBody>
          <a:bodyPr/>
          <a:lstStyle/>
          <a:p>
            <a:fld id="{2F45A2F1-AB87-462F-B3B6-6AF91C3FD6FC}" type="datetimeFigureOut">
              <a:rPr lang="en-US" smtClean="0"/>
              <a:t>9/15/2026</a:t>
            </a:fld>
            <a:endParaRPr lang="en-US"/>
          </a:p>
        </p:txBody>
      </p:sp>
      <p:sp>
        <p:nvSpPr>
          <p:cNvPr id="6" name="Footer Placeholder 5">
            <a:extLst>
              <a:ext uri="{FF2B5EF4-FFF2-40B4-BE49-F238E27FC236}">
                <a16:creationId xmlns:a16="http://schemas.microsoft.com/office/drawing/2014/main" id="{918ED62A-2216-AD52-DA43-81E68CEA1C9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31FE60C-9FFA-94F6-854A-DE267390FB5E}"/>
              </a:ext>
            </a:extLst>
          </p:cNvPr>
          <p:cNvSpPr>
            <a:spLocks noGrp="1"/>
          </p:cNvSpPr>
          <p:nvPr>
            <p:ph type="sldNum" sz="quarter" idx="12"/>
          </p:nvPr>
        </p:nvSpPr>
        <p:spPr/>
        <p:txBody>
          <a:bodyPr/>
          <a:lstStyle/>
          <a:p>
            <a:fld id="{AB7E8524-9D23-4ECA-912C-B1AE2786A4A2}" type="slidenum">
              <a:rPr lang="en-US" smtClean="0"/>
              <a:t>‹#›</a:t>
            </a:fld>
            <a:endParaRPr lang="en-US"/>
          </a:p>
        </p:txBody>
      </p:sp>
    </p:spTree>
    <p:extLst>
      <p:ext uri="{BB962C8B-B14F-4D97-AF65-F5344CB8AC3E}">
        <p14:creationId xmlns:p14="http://schemas.microsoft.com/office/powerpoint/2010/main" val="5260919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68E4A-7D0E-0F4E-07D7-C7BD322989E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AF813F4-5C0C-55E5-C65F-1F7A0F9369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17C4EBF-6E59-E6C6-FE69-F79987FBA4D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421682C-6070-4ABA-B04C-9F8ADCDAEEA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2620C92-FE60-6159-8A53-B71F4C56E4B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7564E63-1840-9DF7-1197-17E3E60F374A}"/>
              </a:ext>
            </a:extLst>
          </p:cNvPr>
          <p:cNvSpPr>
            <a:spLocks noGrp="1"/>
          </p:cNvSpPr>
          <p:nvPr>
            <p:ph type="dt" sz="half" idx="10"/>
          </p:nvPr>
        </p:nvSpPr>
        <p:spPr/>
        <p:txBody>
          <a:bodyPr/>
          <a:lstStyle/>
          <a:p>
            <a:fld id="{2F45A2F1-AB87-462F-B3B6-6AF91C3FD6FC}" type="datetimeFigureOut">
              <a:rPr lang="en-US" smtClean="0"/>
              <a:t>9/15/2026</a:t>
            </a:fld>
            <a:endParaRPr lang="en-US"/>
          </a:p>
        </p:txBody>
      </p:sp>
      <p:sp>
        <p:nvSpPr>
          <p:cNvPr id="8" name="Footer Placeholder 7">
            <a:extLst>
              <a:ext uri="{FF2B5EF4-FFF2-40B4-BE49-F238E27FC236}">
                <a16:creationId xmlns:a16="http://schemas.microsoft.com/office/drawing/2014/main" id="{8DC3B187-9361-90C5-6B1C-CC5C338A37B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A68D1F8-89AA-A71A-2B24-636263E3C4DE}"/>
              </a:ext>
            </a:extLst>
          </p:cNvPr>
          <p:cNvSpPr>
            <a:spLocks noGrp="1"/>
          </p:cNvSpPr>
          <p:nvPr>
            <p:ph type="sldNum" sz="quarter" idx="12"/>
          </p:nvPr>
        </p:nvSpPr>
        <p:spPr/>
        <p:txBody>
          <a:bodyPr/>
          <a:lstStyle/>
          <a:p>
            <a:fld id="{AB7E8524-9D23-4ECA-912C-B1AE2786A4A2}" type="slidenum">
              <a:rPr lang="en-US" smtClean="0"/>
              <a:t>‹#›</a:t>
            </a:fld>
            <a:endParaRPr lang="en-US"/>
          </a:p>
        </p:txBody>
      </p:sp>
    </p:spTree>
    <p:extLst>
      <p:ext uri="{BB962C8B-B14F-4D97-AF65-F5344CB8AC3E}">
        <p14:creationId xmlns:p14="http://schemas.microsoft.com/office/powerpoint/2010/main" val="1287196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4ECC9-2209-029D-22A2-CA9EE21603D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C452D73-8099-6D95-BF20-FEA0F283A1E1}"/>
              </a:ext>
            </a:extLst>
          </p:cNvPr>
          <p:cNvSpPr>
            <a:spLocks noGrp="1"/>
          </p:cNvSpPr>
          <p:nvPr>
            <p:ph type="dt" sz="half" idx="10"/>
          </p:nvPr>
        </p:nvSpPr>
        <p:spPr/>
        <p:txBody>
          <a:bodyPr/>
          <a:lstStyle/>
          <a:p>
            <a:fld id="{2F45A2F1-AB87-462F-B3B6-6AF91C3FD6FC}" type="datetimeFigureOut">
              <a:rPr lang="en-US" smtClean="0"/>
              <a:t>9/15/2026</a:t>
            </a:fld>
            <a:endParaRPr lang="en-US"/>
          </a:p>
        </p:txBody>
      </p:sp>
      <p:sp>
        <p:nvSpPr>
          <p:cNvPr id="4" name="Footer Placeholder 3">
            <a:extLst>
              <a:ext uri="{FF2B5EF4-FFF2-40B4-BE49-F238E27FC236}">
                <a16:creationId xmlns:a16="http://schemas.microsoft.com/office/drawing/2014/main" id="{54D3F41A-41C1-F9D3-0311-BFB65383AA6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0442F35-7453-E865-3147-D8CD50BB6C16}"/>
              </a:ext>
            </a:extLst>
          </p:cNvPr>
          <p:cNvSpPr>
            <a:spLocks noGrp="1"/>
          </p:cNvSpPr>
          <p:nvPr>
            <p:ph type="sldNum" sz="quarter" idx="12"/>
          </p:nvPr>
        </p:nvSpPr>
        <p:spPr/>
        <p:txBody>
          <a:bodyPr/>
          <a:lstStyle/>
          <a:p>
            <a:fld id="{AB7E8524-9D23-4ECA-912C-B1AE2786A4A2}" type="slidenum">
              <a:rPr lang="en-US" smtClean="0"/>
              <a:t>‹#›</a:t>
            </a:fld>
            <a:endParaRPr lang="en-US"/>
          </a:p>
        </p:txBody>
      </p:sp>
    </p:spTree>
    <p:extLst>
      <p:ext uri="{BB962C8B-B14F-4D97-AF65-F5344CB8AC3E}">
        <p14:creationId xmlns:p14="http://schemas.microsoft.com/office/powerpoint/2010/main" val="8124945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8182D38-9AAB-4728-36B9-2AEEA28C1470}"/>
              </a:ext>
            </a:extLst>
          </p:cNvPr>
          <p:cNvSpPr>
            <a:spLocks noGrp="1"/>
          </p:cNvSpPr>
          <p:nvPr>
            <p:ph type="dt" sz="half" idx="10"/>
          </p:nvPr>
        </p:nvSpPr>
        <p:spPr/>
        <p:txBody>
          <a:bodyPr/>
          <a:lstStyle/>
          <a:p>
            <a:fld id="{2F45A2F1-AB87-462F-B3B6-6AF91C3FD6FC}" type="datetimeFigureOut">
              <a:rPr lang="en-US" smtClean="0"/>
              <a:t>9/15/2026</a:t>
            </a:fld>
            <a:endParaRPr lang="en-US"/>
          </a:p>
        </p:txBody>
      </p:sp>
      <p:sp>
        <p:nvSpPr>
          <p:cNvPr id="3" name="Footer Placeholder 2">
            <a:extLst>
              <a:ext uri="{FF2B5EF4-FFF2-40B4-BE49-F238E27FC236}">
                <a16:creationId xmlns:a16="http://schemas.microsoft.com/office/drawing/2014/main" id="{31CDF831-A664-6BC4-02E2-D32FA9F3DCD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8A082ED-704A-44E0-5EF1-93DE48EF4300}"/>
              </a:ext>
            </a:extLst>
          </p:cNvPr>
          <p:cNvSpPr>
            <a:spLocks noGrp="1"/>
          </p:cNvSpPr>
          <p:nvPr>
            <p:ph type="sldNum" sz="quarter" idx="12"/>
          </p:nvPr>
        </p:nvSpPr>
        <p:spPr/>
        <p:txBody>
          <a:bodyPr/>
          <a:lstStyle/>
          <a:p>
            <a:fld id="{AB7E8524-9D23-4ECA-912C-B1AE2786A4A2}" type="slidenum">
              <a:rPr lang="en-US" smtClean="0"/>
              <a:t>‹#›</a:t>
            </a:fld>
            <a:endParaRPr lang="en-US"/>
          </a:p>
        </p:txBody>
      </p:sp>
    </p:spTree>
    <p:extLst>
      <p:ext uri="{BB962C8B-B14F-4D97-AF65-F5344CB8AC3E}">
        <p14:creationId xmlns:p14="http://schemas.microsoft.com/office/powerpoint/2010/main" val="37281842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11079-BDDC-1E2C-D003-D7672758F89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022F46E-FA8A-ADF2-6101-DBB0CB55046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26DDEB5-289C-0D6A-FB50-28B0062232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8579BCE-2A60-C30A-E90F-51E2E49223DA}"/>
              </a:ext>
            </a:extLst>
          </p:cNvPr>
          <p:cNvSpPr>
            <a:spLocks noGrp="1"/>
          </p:cNvSpPr>
          <p:nvPr>
            <p:ph type="dt" sz="half" idx="10"/>
          </p:nvPr>
        </p:nvSpPr>
        <p:spPr/>
        <p:txBody>
          <a:bodyPr/>
          <a:lstStyle/>
          <a:p>
            <a:fld id="{2F45A2F1-AB87-462F-B3B6-6AF91C3FD6FC}" type="datetimeFigureOut">
              <a:rPr lang="en-US" smtClean="0"/>
              <a:t>9/15/2026</a:t>
            </a:fld>
            <a:endParaRPr lang="en-US"/>
          </a:p>
        </p:txBody>
      </p:sp>
      <p:sp>
        <p:nvSpPr>
          <p:cNvPr id="6" name="Footer Placeholder 5">
            <a:extLst>
              <a:ext uri="{FF2B5EF4-FFF2-40B4-BE49-F238E27FC236}">
                <a16:creationId xmlns:a16="http://schemas.microsoft.com/office/drawing/2014/main" id="{02880534-9E3A-C15F-6906-360BA272656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1418282-C7BF-F7BE-25F9-3549B74839C7}"/>
              </a:ext>
            </a:extLst>
          </p:cNvPr>
          <p:cNvSpPr>
            <a:spLocks noGrp="1"/>
          </p:cNvSpPr>
          <p:nvPr>
            <p:ph type="sldNum" sz="quarter" idx="12"/>
          </p:nvPr>
        </p:nvSpPr>
        <p:spPr/>
        <p:txBody>
          <a:bodyPr/>
          <a:lstStyle/>
          <a:p>
            <a:fld id="{AB7E8524-9D23-4ECA-912C-B1AE2786A4A2}" type="slidenum">
              <a:rPr lang="en-US" smtClean="0"/>
              <a:t>‹#›</a:t>
            </a:fld>
            <a:endParaRPr lang="en-US"/>
          </a:p>
        </p:txBody>
      </p:sp>
    </p:spTree>
    <p:extLst>
      <p:ext uri="{BB962C8B-B14F-4D97-AF65-F5344CB8AC3E}">
        <p14:creationId xmlns:p14="http://schemas.microsoft.com/office/powerpoint/2010/main" val="39875408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F86A0-3DF2-2363-0900-7ECE66525BC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A192C76-80BA-FEE8-0D05-C67CE57756B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4119D7-9EF7-5243-B983-23B300E5A4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CFD20C-D2F7-5181-962D-FC3E5EA0E7D5}"/>
              </a:ext>
            </a:extLst>
          </p:cNvPr>
          <p:cNvSpPr>
            <a:spLocks noGrp="1"/>
          </p:cNvSpPr>
          <p:nvPr>
            <p:ph type="dt" sz="half" idx="10"/>
          </p:nvPr>
        </p:nvSpPr>
        <p:spPr/>
        <p:txBody>
          <a:bodyPr/>
          <a:lstStyle/>
          <a:p>
            <a:fld id="{2F45A2F1-AB87-462F-B3B6-6AF91C3FD6FC}" type="datetimeFigureOut">
              <a:rPr lang="en-US" smtClean="0"/>
              <a:t>9/15/2026</a:t>
            </a:fld>
            <a:endParaRPr lang="en-US"/>
          </a:p>
        </p:txBody>
      </p:sp>
      <p:sp>
        <p:nvSpPr>
          <p:cNvPr id="6" name="Footer Placeholder 5">
            <a:extLst>
              <a:ext uri="{FF2B5EF4-FFF2-40B4-BE49-F238E27FC236}">
                <a16:creationId xmlns:a16="http://schemas.microsoft.com/office/drawing/2014/main" id="{976928CE-2D9A-2B00-8381-CE4F8370E6D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2E6692F-EEB3-E269-9337-501BA7F8E2C0}"/>
              </a:ext>
            </a:extLst>
          </p:cNvPr>
          <p:cNvSpPr>
            <a:spLocks noGrp="1"/>
          </p:cNvSpPr>
          <p:nvPr>
            <p:ph type="sldNum" sz="quarter" idx="12"/>
          </p:nvPr>
        </p:nvSpPr>
        <p:spPr/>
        <p:txBody>
          <a:bodyPr/>
          <a:lstStyle/>
          <a:p>
            <a:fld id="{AB7E8524-9D23-4ECA-912C-B1AE2786A4A2}" type="slidenum">
              <a:rPr lang="en-US" smtClean="0"/>
              <a:t>‹#›</a:t>
            </a:fld>
            <a:endParaRPr lang="en-US"/>
          </a:p>
        </p:txBody>
      </p:sp>
    </p:spTree>
    <p:extLst>
      <p:ext uri="{BB962C8B-B14F-4D97-AF65-F5344CB8AC3E}">
        <p14:creationId xmlns:p14="http://schemas.microsoft.com/office/powerpoint/2010/main" val="41550594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D97B5-929F-87CF-E869-3D5E5FCC5B2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3E2EBC0-7318-E0DC-A400-15CCC091471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C600D7-C8CE-5BF8-A3AE-2E04E543B2EB}"/>
              </a:ext>
            </a:extLst>
          </p:cNvPr>
          <p:cNvSpPr>
            <a:spLocks noGrp="1"/>
          </p:cNvSpPr>
          <p:nvPr>
            <p:ph type="dt" sz="half" idx="10"/>
          </p:nvPr>
        </p:nvSpPr>
        <p:spPr/>
        <p:txBody>
          <a:bodyPr/>
          <a:lstStyle/>
          <a:p>
            <a:fld id="{2F45A2F1-AB87-462F-B3B6-6AF91C3FD6FC}" type="datetimeFigureOut">
              <a:rPr lang="en-US" smtClean="0"/>
              <a:t>9/15/2026</a:t>
            </a:fld>
            <a:endParaRPr lang="en-US"/>
          </a:p>
        </p:txBody>
      </p:sp>
      <p:sp>
        <p:nvSpPr>
          <p:cNvPr id="5" name="Footer Placeholder 4">
            <a:extLst>
              <a:ext uri="{FF2B5EF4-FFF2-40B4-BE49-F238E27FC236}">
                <a16:creationId xmlns:a16="http://schemas.microsoft.com/office/drawing/2014/main" id="{AB8632EF-7495-DD28-9D8B-FED813D480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088DF4-9975-1480-FEBF-0417E0DD5EEF}"/>
              </a:ext>
            </a:extLst>
          </p:cNvPr>
          <p:cNvSpPr>
            <a:spLocks noGrp="1"/>
          </p:cNvSpPr>
          <p:nvPr>
            <p:ph type="sldNum" sz="quarter" idx="12"/>
          </p:nvPr>
        </p:nvSpPr>
        <p:spPr/>
        <p:txBody>
          <a:bodyPr/>
          <a:lstStyle/>
          <a:p>
            <a:fld id="{AB7E8524-9D23-4ECA-912C-B1AE2786A4A2}" type="slidenum">
              <a:rPr lang="en-US" smtClean="0"/>
              <a:t>‹#›</a:t>
            </a:fld>
            <a:endParaRPr lang="en-US"/>
          </a:p>
        </p:txBody>
      </p:sp>
    </p:spTree>
    <p:extLst>
      <p:ext uri="{BB962C8B-B14F-4D97-AF65-F5344CB8AC3E}">
        <p14:creationId xmlns:p14="http://schemas.microsoft.com/office/powerpoint/2010/main" val="2382029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0402F0-7C7C-D5BD-657B-FF02CAA2D9D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5969670-DDE8-29AF-4780-1AAA2619927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0ECB39-E683-0A8C-207B-853E0EF68EC8}"/>
              </a:ext>
            </a:extLst>
          </p:cNvPr>
          <p:cNvSpPr>
            <a:spLocks noGrp="1"/>
          </p:cNvSpPr>
          <p:nvPr>
            <p:ph type="dt" sz="half" idx="10"/>
          </p:nvPr>
        </p:nvSpPr>
        <p:spPr/>
        <p:txBody>
          <a:bodyPr/>
          <a:lstStyle/>
          <a:p>
            <a:fld id="{2F45A2F1-AB87-462F-B3B6-6AF91C3FD6FC}" type="datetimeFigureOut">
              <a:rPr lang="en-US" smtClean="0"/>
              <a:t>9/15/2026</a:t>
            </a:fld>
            <a:endParaRPr lang="en-US"/>
          </a:p>
        </p:txBody>
      </p:sp>
      <p:sp>
        <p:nvSpPr>
          <p:cNvPr id="5" name="Footer Placeholder 4">
            <a:extLst>
              <a:ext uri="{FF2B5EF4-FFF2-40B4-BE49-F238E27FC236}">
                <a16:creationId xmlns:a16="http://schemas.microsoft.com/office/drawing/2014/main" id="{F10A6D97-045C-D752-0855-722AF12E48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015B39-9715-25C9-E33C-7E22ECEAF84B}"/>
              </a:ext>
            </a:extLst>
          </p:cNvPr>
          <p:cNvSpPr>
            <a:spLocks noGrp="1"/>
          </p:cNvSpPr>
          <p:nvPr>
            <p:ph type="sldNum" sz="quarter" idx="12"/>
          </p:nvPr>
        </p:nvSpPr>
        <p:spPr/>
        <p:txBody>
          <a:bodyPr/>
          <a:lstStyle/>
          <a:p>
            <a:fld id="{AB7E8524-9D23-4ECA-912C-B1AE2786A4A2}" type="slidenum">
              <a:rPr lang="en-US" smtClean="0"/>
              <a:t>‹#›</a:t>
            </a:fld>
            <a:endParaRPr lang="en-US"/>
          </a:p>
        </p:txBody>
      </p:sp>
    </p:spTree>
    <p:extLst>
      <p:ext uri="{BB962C8B-B14F-4D97-AF65-F5344CB8AC3E}">
        <p14:creationId xmlns:p14="http://schemas.microsoft.com/office/powerpoint/2010/main" val="834820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2E69C20-8C78-777B-37E2-BE41441CED9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157F172-165D-8CD1-CDF2-B26F28EC6E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DBCA8B8-1CBA-2156-9C7F-B430A9CC670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F45A2F1-AB87-462F-B3B6-6AF91C3FD6FC}" type="datetimeFigureOut">
              <a:rPr lang="en-US" smtClean="0"/>
              <a:t>9/15/2026</a:t>
            </a:fld>
            <a:endParaRPr lang="en-US"/>
          </a:p>
        </p:txBody>
      </p:sp>
      <p:sp>
        <p:nvSpPr>
          <p:cNvPr id="5" name="Footer Placeholder 4">
            <a:extLst>
              <a:ext uri="{FF2B5EF4-FFF2-40B4-BE49-F238E27FC236}">
                <a16:creationId xmlns:a16="http://schemas.microsoft.com/office/drawing/2014/main" id="{3BCCBBE2-B464-3ED6-6AFF-7C2B4A703E7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A7520F8-BBCA-DF88-7AC3-18A69B33C32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B7E8524-9D23-4ECA-912C-B1AE2786A4A2}" type="slidenum">
              <a:rPr lang="en-US" smtClean="0"/>
              <a:t>‹#›</a:t>
            </a:fld>
            <a:endParaRPr lang="en-US"/>
          </a:p>
        </p:txBody>
      </p:sp>
    </p:spTree>
    <p:extLst>
      <p:ext uri="{BB962C8B-B14F-4D97-AF65-F5344CB8AC3E}">
        <p14:creationId xmlns:p14="http://schemas.microsoft.com/office/powerpoint/2010/main" val="11665575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mi-asset.com/" TargetMode="External"/><Relationship Id="rId2" Type="http://schemas.openxmlformats.org/officeDocument/2006/relationships/hyperlink" Target="https://el-taamir-eg.com/" TargetMode="External"/><Relationship Id="rId1" Type="http://schemas.openxmlformats.org/officeDocument/2006/relationships/slideLayout" Target="../slideLayouts/slideLayout2.xml"/><Relationship Id="rId4" Type="http://schemas.openxmlformats.org/officeDocument/2006/relationships/hyperlink" Target="https://egymap.net/service/Property-Management"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7C13A-4998-8317-DEA8-39CEFC857CE1}"/>
              </a:ext>
            </a:extLst>
          </p:cNvPr>
          <p:cNvSpPr>
            <a:spLocks noGrp="1"/>
          </p:cNvSpPr>
          <p:nvPr>
            <p:ph type="ctrTitle"/>
          </p:nvPr>
        </p:nvSpPr>
        <p:spPr/>
        <p:txBody>
          <a:bodyPr/>
          <a:lstStyle/>
          <a:p>
            <a:r>
              <a:rPr lang="ar-EG" dirty="0"/>
              <a:t> </a:t>
            </a:r>
            <a:endParaRPr lang="en-US" dirty="0"/>
          </a:p>
        </p:txBody>
      </p:sp>
      <p:sp>
        <p:nvSpPr>
          <p:cNvPr id="3" name="Subtitle 2">
            <a:extLst>
              <a:ext uri="{FF2B5EF4-FFF2-40B4-BE49-F238E27FC236}">
                <a16:creationId xmlns:a16="http://schemas.microsoft.com/office/drawing/2014/main" id="{44979E0B-E7D0-938A-759E-1DABD0286315}"/>
              </a:ext>
            </a:extLst>
          </p:cNvPr>
          <p:cNvSpPr>
            <a:spLocks noGrp="1"/>
          </p:cNvSpPr>
          <p:nvPr>
            <p:ph type="subTitle" idx="1"/>
          </p:nvPr>
        </p:nvSpPr>
        <p:spPr>
          <a:xfrm>
            <a:off x="1524000" y="4254047"/>
            <a:ext cx="9144000" cy="735965"/>
          </a:xfrm>
        </p:spPr>
        <p:txBody>
          <a:bodyPr>
            <a:normAutofit/>
          </a:bodyPr>
          <a:lstStyle/>
          <a:p>
            <a:r>
              <a:rPr lang="en-US" sz="3200" dirty="0"/>
              <a:t>Strategy, Analysis, and Content Plan</a:t>
            </a:r>
          </a:p>
        </p:txBody>
      </p:sp>
      <p:pic>
        <p:nvPicPr>
          <p:cNvPr id="5" name="Picture 4">
            <a:extLst>
              <a:ext uri="{FF2B5EF4-FFF2-40B4-BE49-F238E27FC236}">
                <a16:creationId xmlns:a16="http://schemas.microsoft.com/office/drawing/2014/main" id="{CD14F69D-06DC-AE44-9E74-9F68C947D9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10595" y="122780"/>
            <a:ext cx="3735978" cy="3957095"/>
          </a:xfrm>
          <a:prstGeom prst="rect">
            <a:avLst/>
          </a:prstGeom>
        </p:spPr>
      </p:pic>
    </p:spTree>
    <p:extLst>
      <p:ext uri="{BB962C8B-B14F-4D97-AF65-F5344CB8AC3E}">
        <p14:creationId xmlns:p14="http://schemas.microsoft.com/office/powerpoint/2010/main" val="36006530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D4570-AB20-1A17-B7A4-904FF536E593}"/>
              </a:ext>
            </a:extLst>
          </p:cNvPr>
          <p:cNvSpPr>
            <a:spLocks noGrp="1"/>
          </p:cNvSpPr>
          <p:nvPr>
            <p:ph type="title"/>
          </p:nvPr>
        </p:nvSpPr>
        <p:spPr>
          <a:xfrm>
            <a:off x="838200" y="104106"/>
            <a:ext cx="10515600" cy="705791"/>
          </a:xfrm>
        </p:spPr>
        <p:txBody>
          <a:bodyPr/>
          <a:lstStyle/>
          <a:p>
            <a:r>
              <a:rPr lang="en-US" b="1" dirty="0"/>
              <a:t>SWOT Analysis:</a:t>
            </a:r>
          </a:p>
        </p:txBody>
      </p:sp>
      <p:graphicFrame>
        <p:nvGraphicFramePr>
          <p:cNvPr id="4" name="Content Placeholder 3">
            <a:extLst>
              <a:ext uri="{FF2B5EF4-FFF2-40B4-BE49-F238E27FC236}">
                <a16:creationId xmlns:a16="http://schemas.microsoft.com/office/drawing/2014/main" id="{FF38EE4D-5409-8199-90E1-9B30496DADF7}"/>
              </a:ext>
            </a:extLst>
          </p:cNvPr>
          <p:cNvGraphicFramePr>
            <a:graphicFrameLocks noGrp="1"/>
          </p:cNvGraphicFramePr>
          <p:nvPr>
            <p:ph idx="1"/>
            <p:extLst>
              <p:ext uri="{D42A27DB-BD31-4B8C-83A1-F6EECF244321}">
                <p14:modId xmlns:p14="http://schemas.microsoft.com/office/powerpoint/2010/main" val="2399897656"/>
              </p:ext>
            </p:extLst>
          </p:nvPr>
        </p:nvGraphicFramePr>
        <p:xfrm>
          <a:off x="707571" y="906722"/>
          <a:ext cx="10515600" cy="5304154"/>
        </p:xfrm>
        <a:graphic>
          <a:graphicData uri="http://schemas.openxmlformats.org/drawingml/2006/table">
            <a:tbl>
              <a:tblPr firstRow="1" bandRow="1">
                <a:tableStyleId>{5C22544A-7EE6-4342-B048-85BDC9FD1C3A}</a:tableStyleId>
              </a:tblPr>
              <a:tblGrid>
                <a:gridCol w="5255029">
                  <a:extLst>
                    <a:ext uri="{9D8B030D-6E8A-4147-A177-3AD203B41FA5}">
                      <a16:colId xmlns:a16="http://schemas.microsoft.com/office/drawing/2014/main" val="1203272921"/>
                    </a:ext>
                  </a:extLst>
                </a:gridCol>
                <a:gridCol w="5260571">
                  <a:extLst>
                    <a:ext uri="{9D8B030D-6E8A-4147-A177-3AD203B41FA5}">
                      <a16:colId xmlns:a16="http://schemas.microsoft.com/office/drawing/2014/main" val="1094767893"/>
                    </a:ext>
                  </a:extLst>
                </a:gridCol>
              </a:tblGrid>
              <a:tr h="2652077">
                <a:tc>
                  <a:txBody>
                    <a:bodyPr/>
                    <a:lstStyle/>
                    <a:p>
                      <a:pPr algn="r" rtl="1"/>
                      <a:r>
                        <a:rPr lang="ar-EG" u="sng" dirty="0"/>
                        <a:t>نقاط الضعف:</a:t>
                      </a:r>
                    </a:p>
                    <a:p>
                      <a:pPr marL="342900" indent="-342900" algn="r" rtl="1">
                        <a:buFont typeface="+mj-lt"/>
                        <a:buAutoNum type="arabicPeriod"/>
                      </a:pPr>
                      <a:r>
                        <a:rPr lang="ar-EG" sz="1600" b="0" u="none" dirty="0"/>
                        <a:t>عدم الوعى الكافى لدى الفئات المستهدفة بطبيعة المهام والأعمال التى تقوم بها الشركة، سوف نعمل على هذه النقطة بزيادة الوعى عند الفئات المستخدمة بطبيعة المجال والأعمال التى تقوم بها الشركة أولا.</a:t>
                      </a:r>
                    </a:p>
                    <a:p>
                      <a:pPr marL="342900" indent="-342900" algn="r" rtl="1">
                        <a:buFont typeface="+mj-lt"/>
                        <a:buAutoNum type="arabicPeriod"/>
                      </a:pPr>
                      <a:r>
                        <a:rPr lang="ar-EG" sz="1600" b="0" u="none" dirty="0"/>
                        <a:t>نقص بعض الموارد ودخول اطراف ثالثة فى بعض الأعمال خاصة تسجيل الشركة كفئة خامسة فى اتحاد التشييد و البناء. سنعمل على تحسين هذه النقطة من خلال وسائل التواصل الاجتماعى حيث سنعمل على انتشار اسم الشركة بشكل أوسع.</a:t>
                      </a:r>
                      <a:endParaRPr lang="en-US" sz="1600" b="0" u="sng" dirty="0"/>
                    </a:p>
                  </a:txBody>
                  <a:tcPr/>
                </a:tc>
                <a:tc>
                  <a:txBody>
                    <a:bodyPr/>
                    <a:lstStyle/>
                    <a:p>
                      <a:pPr marL="0" indent="0" algn="r" rtl="1">
                        <a:buFont typeface="+mj-lt"/>
                        <a:buNone/>
                      </a:pPr>
                      <a:r>
                        <a:rPr lang="ar-EG" u="sng" dirty="0"/>
                        <a:t>نقاط القوة:</a:t>
                      </a:r>
                    </a:p>
                    <a:p>
                      <a:pPr marL="342900" indent="-342900" algn="r" rtl="1">
                        <a:buFont typeface="+mj-lt"/>
                        <a:buAutoNum type="arabicPeriod"/>
                      </a:pPr>
                      <a:r>
                        <a:rPr lang="ar-EG" sz="1600" b="0" u="none" dirty="0"/>
                        <a:t>أحد وأهم نقاط القوة ان شركة الأهلى مصر هى شركة مشتقة من مشاركة البنك الأهلى و بنك مصر؛ وهى أحد نقاط القوة لأن الفئات المستهدفة يثقون فى هذه البنوك بالأخص لأنها تابعة للحكومة المصرية.</a:t>
                      </a:r>
                    </a:p>
                    <a:p>
                      <a:pPr marL="342900" indent="-342900" algn="r" rtl="1">
                        <a:buFont typeface="+mj-lt"/>
                        <a:buAutoNum type="arabicPeriod"/>
                      </a:pPr>
                      <a:r>
                        <a:rPr lang="ar-EG" sz="1600" b="0" u="none" dirty="0"/>
                        <a:t>عضو منتدب الشركة ونائب العضو المنتدب لديهم الخبرة والعلاقات التى سيتم استغلالها فى تسهيل معظم الإجراءات اللازمة، وذلك سيعود بالنفع  على الشركة والفئات المستهدفة أيضا، وسنقوم بعرض هذه النقطة بشكل بسيط ومهنى على وسائل التواصل الاجتماعى، وسيزيد ذلك من الإحساس بالثقة و الطمأنينة عند الفئات المستهدفة</a:t>
                      </a:r>
                      <a:r>
                        <a:rPr lang="ar-EG" b="0" u="none" dirty="0"/>
                        <a:t>.</a:t>
                      </a:r>
                    </a:p>
                    <a:p>
                      <a:pPr marL="342900" indent="-342900" algn="r" rtl="1">
                        <a:buFont typeface="+mj-lt"/>
                        <a:buAutoNum type="arabicPeriod"/>
                      </a:pPr>
                      <a:endParaRPr lang="en-US" u="sng" dirty="0"/>
                    </a:p>
                  </a:txBody>
                  <a:tcPr/>
                </a:tc>
                <a:extLst>
                  <a:ext uri="{0D108BD9-81ED-4DB2-BD59-A6C34878D82A}">
                    <a16:rowId xmlns:a16="http://schemas.microsoft.com/office/drawing/2014/main" val="1612184094"/>
                  </a:ext>
                </a:extLst>
              </a:tr>
              <a:tr h="2652077">
                <a:tc>
                  <a:txBody>
                    <a:bodyPr/>
                    <a:lstStyle/>
                    <a:p>
                      <a:pPr algn="r" rtl="1"/>
                      <a:r>
                        <a:rPr lang="ar-EG" b="1" u="sng" dirty="0"/>
                        <a:t>التهديدات:</a:t>
                      </a:r>
                    </a:p>
                    <a:p>
                      <a:pPr marL="342900" indent="-342900" algn="r" rtl="1">
                        <a:buFont typeface="+mj-lt"/>
                        <a:buAutoNum type="arabicPeriod"/>
                      </a:pPr>
                      <a:r>
                        <a:rPr lang="ar-EG" dirty="0"/>
                        <a:t>اتجاه الحكومة بشكل واضح لرقمنة الشهر العقارى والتراخيص.</a:t>
                      </a:r>
                      <a:endParaRPr lang="en-US" dirty="0"/>
                    </a:p>
                    <a:p>
                      <a:pPr marL="342900" indent="-342900" algn="r" rtl="1">
                        <a:buFont typeface="+mj-lt"/>
                        <a:buAutoNum type="arabicPeriod"/>
                      </a:pPr>
                      <a:r>
                        <a:rPr lang="en-US" dirty="0" err="1"/>
                        <a:t>وجود</a:t>
                      </a:r>
                      <a:r>
                        <a:rPr lang="en-US" dirty="0"/>
                        <a:t> </a:t>
                      </a:r>
                      <a:r>
                        <a:rPr lang="en-US" dirty="0" err="1"/>
                        <a:t>أفراد</a:t>
                      </a:r>
                      <a:r>
                        <a:rPr lang="en-US" dirty="0"/>
                        <a:t> </a:t>
                      </a:r>
                      <a:r>
                        <a:rPr lang="en-US" dirty="0" err="1"/>
                        <a:t>أو</a:t>
                      </a:r>
                      <a:r>
                        <a:rPr lang="en-US" dirty="0"/>
                        <a:t> </a:t>
                      </a:r>
                      <a:r>
                        <a:rPr lang="en-US" dirty="0" err="1"/>
                        <a:t>مكاتب</a:t>
                      </a:r>
                      <a:r>
                        <a:rPr lang="en-US" dirty="0"/>
                        <a:t> </a:t>
                      </a:r>
                      <a:r>
                        <a:rPr lang="en-US" dirty="0" err="1"/>
                        <a:t>غير</a:t>
                      </a:r>
                      <a:r>
                        <a:rPr lang="en-US" dirty="0"/>
                        <a:t> </a:t>
                      </a:r>
                      <a:r>
                        <a:rPr lang="en-US" dirty="0" err="1"/>
                        <a:t>رسمية</a:t>
                      </a:r>
                      <a:r>
                        <a:rPr lang="en-US" dirty="0"/>
                        <a:t> </a:t>
                      </a:r>
                      <a:r>
                        <a:rPr lang="en-US" dirty="0" err="1"/>
                        <a:t>بتقدم</a:t>
                      </a:r>
                      <a:r>
                        <a:rPr lang="en-US" dirty="0"/>
                        <a:t> </a:t>
                      </a:r>
                      <a:r>
                        <a:rPr lang="en-US" dirty="0" err="1"/>
                        <a:t>بعض</a:t>
                      </a:r>
                      <a:r>
                        <a:rPr lang="en-US" dirty="0"/>
                        <a:t> </a:t>
                      </a:r>
                      <a:r>
                        <a:rPr lang="en-US" dirty="0" err="1"/>
                        <a:t>الخدمات</a:t>
                      </a:r>
                      <a:r>
                        <a:rPr lang="en-US" dirty="0"/>
                        <a:t> </a:t>
                      </a:r>
                      <a:r>
                        <a:rPr lang="en-US" dirty="0" err="1"/>
                        <a:t>بأسعار</a:t>
                      </a:r>
                      <a:r>
                        <a:rPr lang="en-US" dirty="0"/>
                        <a:t> </a:t>
                      </a:r>
                      <a:r>
                        <a:rPr lang="en-US" dirty="0" err="1"/>
                        <a:t>أقل</a:t>
                      </a:r>
                      <a:r>
                        <a:rPr lang="en-US" dirty="0"/>
                        <a:t> </a:t>
                      </a:r>
                      <a:r>
                        <a:rPr lang="en-US" dirty="0" err="1"/>
                        <a:t>ممكن</a:t>
                      </a:r>
                      <a:r>
                        <a:rPr lang="en-US" dirty="0"/>
                        <a:t> </a:t>
                      </a:r>
                      <a:r>
                        <a:rPr lang="en-US" dirty="0" err="1"/>
                        <a:t>يجذب</a:t>
                      </a:r>
                      <a:r>
                        <a:rPr lang="en-US" dirty="0"/>
                        <a:t> </a:t>
                      </a:r>
                      <a:r>
                        <a:rPr lang="en-US" dirty="0" err="1"/>
                        <a:t>شريحة</a:t>
                      </a:r>
                      <a:r>
                        <a:rPr lang="en-US" dirty="0"/>
                        <a:t> </a:t>
                      </a:r>
                      <a:r>
                        <a:rPr lang="en-US" dirty="0" err="1"/>
                        <a:t>من</a:t>
                      </a:r>
                      <a:r>
                        <a:rPr lang="en-US" dirty="0"/>
                        <a:t> </a:t>
                      </a:r>
                      <a:r>
                        <a:rPr lang="en-US" dirty="0" err="1"/>
                        <a:t>العملاء</a:t>
                      </a:r>
                      <a:r>
                        <a:rPr lang="en-US" dirty="0"/>
                        <a:t> </a:t>
                      </a:r>
                      <a:r>
                        <a:rPr lang="en-US" dirty="0" err="1"/>
                        <a:t>الباحثين</a:t>
                      </a:r>
                      <a:r>
                        <a:rPr lang="en-US" dirty="0"/>
                        <a:t> </a:t>
                      </a:r>
                      <a:r>
                        <a:rPr lang="en-US" dirty="0" err="1"/>
                        <a:t>عن</a:t>
                      </a:r>
                      <a:r>
                        <a:rPr lang="en-US" dirty="0"/>
                        <a:t> </a:t>
                      </a:r>
                      <a:r>
                        <a:rPr lang="en-US" dirty="0" err="1"/>
                        <a:t>السعر</a:t>
                      </a:r>
                      <a:r>
                        <a:rPr lang="en-US" dirty="0"/>
                        <a:t> </a:t>
                      </a:r>
                      <a:r>
                        <a:rPr lang="en-US" dirty="0" err="1"/>
                        <a:t>فقط</a:t>
                      </a:r>
                      <a:r>
                        <a:rPr lang="en-US" dirty="0"/>
                        <a:t>.</a:t>
                      </a:r>
                    </a:p>
                    <a:p>
                      <a:pPr marL="342900" indent="-342900" algn="r" rtl="1">
                        <a:buFont typeface="+mj-lt"/>
                        <a:buAutoNum type="arabicPeriod"/>
                      </a:pPr>
                      <a:endParaRPr lang="ar-EG" dirty="0"/>
                    </a:p>
                    <a:p>
                      <a:pPr algn="r" rtl="1"/>
                      <a:endParaRPr lang="en-US" b="1" u="sng" dirty="0"/>
                    </a:p>
                  </a:txBody>
                  <a:tcPr/>
                </a:tc>
                <a:tc>
                  <a:txBody>
                    <a:bodyPr/>
                    <a:lstStyle/>
                    <a:p>
                      <a:pPr algn="r" rtl="1"/>
                      <a:r>
                        <a:rPr lang="ar-EG" b="1" u="sng" dirty="0"/>
                        <a:t>الفرص المتاحة:</a:t>
                      </a:r>
                    </a:p>
                    <a:p>
                      <a:pPr marL="342900" indent="-342900" algn="r" rtl="1">
                        <a:buFont typeface="+mj-lt"/>
                        <a:buAutoNum type="arabicPeriod"/>
                      </a:pPr>
                      <a:r>
                        <a:rPr lang="ar-EG" b="0" u="none" dirty="0"/>
                        <a:t>عدم الوعى الكافى لدى الفئات المستهدفة نقطة من نقاط الضعف، ولكن من الممكن استخدامها كفرصة للوصول إليهم؛ حيث العمل على زيادة وعيهم يجعل فرصتنا أكبر من الشركات المنافسة التى تعمل على الظهور اكثر من الوعى وسيزيد من ثقتهم فى الشركة.</a:t>
                      </a:r>
                    </a:p>
                    <a:p>
                      <a:pPr marL="342900" indent="-342900" algn="r" rtl="1">
                        <a:buFont typeface="+mj-lt"/>
                        <a:buAutoNum type="arabicPeriod"/>
                      </a:pPr>
                      <a:r>
                        <a:rPr lang="ar-EG" b="0" u="none" dirty="0"/>
                        <a:t>الكثير من المنافسين لا يعملون بكثافة على وسائل التواصل الاجتماعى، وهذا يزيد من فرصة ظهور الشركة بشكل أكبر.</a:t>
                      </a:r>
                    </a:p>
                    <a:p>
                      <a:pPr marL="342900" indent="-342900" algn="r" rtl="1">
                        <a:buFont typeface="+mj-lt"/>
                        <a:buAutoNum type="arabicPeriod"/>
                      </a:pPr>
                      <a:endParaRPr lang="en-US" b="1" u="sng" dirty="0"/>
                    </a:p>
                  </a:txBody>
                  <a:tcPr/>
                </a:tc>
                <a:extLst>
                  <a:ext uri="{0D108BD9-81ED-4DB2-BD59-A6C34878D82A}">
                    <a16:rowId xmlns:a16="http://schemas.microsoft.com/office/drawing/2014/main" val="266797556"/>
                  </a:ext>
                </a:extLst>
              </a:tr>
            </a:tbl>
          </a:graphicData>
        </a:graphic>
      </p:graphicFrame>
    </p:spTree>
    <p:extLst>
      <p:ext uri="{BB962C8B-B14F-4D97-AF65-F5344CB8AC3E}">
        <p14:creationId xmlns:p14="http://schemas.microsoft.com/office/powerpoint/2010/main" val="27625382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2EEC8-4683-5547-E4B8-C90202FDEBAD}"/>
              </a:ext>
            </a:extLst>
          </p:cNvPr>
          <p:cNvSpPr>
            <a:spLocks noGrp="1"/>
          </p:cNvSpPr>
          <p:nvPr>
            <p:ph type="title"/>
          </p:nvPr>
        </p:nvSpPr>
        <p:spPr/>
        <p:txBody>
          <a:bodyPr/>
          <a:lstStyle/>
          <a:p>
            <a:r>
              <a:rPr lang="en-US" b="1" dirty="0"/>
              <a:t>Competitors:</a:t>
            </a:r>
          </a:p>
        </p:txBody>
      </p:sp>
      <p:sp>
        <p:nvSpPr>
          <p:cNvPr id="3" name="Content Placeholder 2">
            <a:extLst>
              <a:ext uri="{FF2B5EF4-FFF2-40B4-BE49-F238E27FC236}">
                <a16:creationId xmlns:a16="http://schemas.microsoft.com/office/drawing/2014/main" id="{D2E63BEE-6921-1DEA-19FE-C98F7B63FE41}"/>
              </a:ext>
            </a:extLst>
          </p:cNvPr>
          <p:cNvSpPr>
            <a:spLocks noGrp="1"/>
          </p:cNvSpPr>
          <p:nvPr>
            <p:ph idx="1"/>
          </p:nvPr>
        </p:nvSpPr>
        <p:spPr/>
        <p:txBody>
          <a:bodyPr/>
          <a:lstStyle/>
          <a:p>
            <a:pPr algn="r" rtl="1"/>
            <a:r>
              <a:rPr lang="ar-EG" dirty="0"/>
              <a:t>شركة التعمير: </a:t>
            </a:r>
            <a:r>
              <a:rPr lang="en-US" dirty="0">
                <a:hlinkClick r:id="rId2"/>
              </a:rPr>
              <a:t>https://el-taamir-eg.com/</a:t>
            </a:r>
            <a:endParaRPr lang="ar-EG" dirty="0"/>
          </a:p>
          <a:p>
            <a:pPr algn="r" rtl="1"/>
            <a:r>
              <a:rPr lang="ar-EG" dirty="0"/>
              <a:t>الشركة القومية لإدارة الأصول العقاية </a:t>
            </a:r>
            <a:r>
              <a:rPr lang="en-US" dirty="0"/>
              <a:t>(MI Assets)</a:t>
            </a:r>
            <a:r>
              <a:rPr lang="ar-EG" dirty="0"/>
              <a:t>: </a:t>
            </a:r>
            <a:r>
              <a:rPr lang="en-US" dirty="0">
                <a:hlinkClick r:id="rId3"/>
              </a:rPr>
              <a:t>https://mi-asset.com/</a:t>
            </a:r>
            <a:endParaRPr lang="ar-EG" dirty="0"/>
          </a:p>
          <a:p>
            <a:pPr algn="r" rtl="1"/>
            <a:r>
              <a:rPr lang="en-US" dirty="0"/>
              <a:t>EGYMAP</a:t>
            </a:r>
            <a:r>
              <a:rPr lang="ar-EG" dirty="0"/>
              <a:t>: </a:t>
            </a:r>
            <a:r>
              <a:rPr lang="en-US" dirty="0">
                <a:hlinkClick r:id="rId4"/>
              </a:rPr>
              <a:t>https://egymap.net/service/Property-Management</a:t>
            </a:r>
            <a:endParaRPr lang="ar-EG" dirty="0"/>
          </a:p>
          <a:p>
            <a:pPr algn="r" rtl="1"/>
            <a:endParaRPr lang="en-US" dirty="0"/>
          </a:p>
        </p:txBody>
      </p:sp>
    </p:spTree>
    <p:extLst>
      <p:ext uri="{BB962C8B-B14F-4D97-AF65-F5344CB8AC3E}">
        <p14:creationId xmlns:p14="http://schemas.microsoft.com/office/powerpoint/2010/main" val="6487535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FDA30D-BDD9-85B4-0E59-421A26DB6B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17324B-E935-B711-029A-E193897EA87C}"/>
              </a:ext>
            </a:extLst>
          </p:cNvPr>
          <p:cNvSpPr>
            <a:spLocks noGrp="1"/>
          </p:cNvSpPr>
          <p:nvPr>
            <p:ph type="title"/>
          </p:nvPr>
        </p:nvSpPr>
        <p:spPr/>
        <p:txBody>
          <a:bodyPr/>
          <a:lstStyle/>
          <a:p>
            <a:r>
              <a:rPr lang="en-US" b="1" dirty="0"/>
              <a:t>USPs:</a:t>
            </a:r>
          </a:p>
        </p:txBody>
      </p:sp>
      <p:sp>
        <p:nvSpPr>
          <p:cNvPr id="3" name="Content Placeholder 2">
            <a:extLst>
              <a:ext uri="{FF2B5EF4-FFF2-40B4-BE49-F238E27FC236}">
                <a16:creationId xmlns:a16="http://schemas.microsoft.com/office/drawing/2014/main" id="{8D318445-101A-BDB8-00D9-4C7CAA7BB465}"/>
              </a:ext>
            </a:extLst>
          </p:cNvPr>
          <p:cNvSpPr>
            <a:spLocks noGrp="1"/>
          </p:cNvSpPr>
          <p:nvPr>
            <p:ph idx="1"/>
          </p:nvPr>
        </p:nvSpPr>
        <p:spPr>
          <a:xfrm>
            <a:off x="838200" y="1363287"/>
            <a:ext cx="10515600" cy="4813676"/>
          </a:xfrm>
        </p:spPr>
        <p:txBody>
          <a:bodyPr>
            <a:normAutofit/>
          </a:bodyPr>
          <a:lstStyle/>
          <a:p>
            <a:pPr algn="r" rtl="1"/>
            <a:r>
              <a:rPr lang="ar-EG" sz="2400" dirty="0"/>
              <a:t>الشركة </a:t>
            </a:r>
            <a:r>
              <a:rPr lang="en-US" sz="2400" dirty="0" err="1"/>
              <a:t>تستطيع</a:t>
            </a:r>
            <a:r>
              <a:rPr lang="en-US" sz="2400" dirty="0"/>
              <a:t> </a:t>
            </a:r>
            <a:r>
              <a:rPr lang="en-US" sz="2400" dirty="0" err="1"/>
              <a:t>التعامل</a:t>
            </a:r>
            <a:r>
              <a:rPr lang="en-US" sz="2400" dirty="0"/>
              <a:t> </a:t>
            </a:r>
            <a:r>
              <a:rPr lang="en-US" sz="2400" dirty="0" err="1"/>
              <a:t>مع</a:t>
            </a:r>
            <a:r>
              <a:rPr lang="en-US" sz="2400" dirty="0"/>
              <a:t> </a:t>
            </a:r>
            <a:r>
              <a:rPr lang="en-US" sz="2400" dirty="0" err="1"/>
              <a:t>الأصل</a:t>
            </a:r>
            <a:r>
              <a:rPr lang="en-US" sz="2400" dirty="0"/>
              <a:t> </a:t>
            </a:r>
            <a:r>
              <a:rPr lang="en-US" sz="2400" dirty="0" err="1"/>
              <a:t>العقاري</a:t>
            </a:r>
            <a:r>
              <a:rPr lang="en-US" sz="2400" dirty="0"/>
              <a:t> </a:t>
            </a:r>
            <a:r>
              <a:rPr lang="en-US" sz="2400" dirty="0" err="1"/>
              <a:t>من</a:t>
            </a:r>
            <a:r>
              <a:rPr lang="en-US" sz="2400" dirty="0"/>
              <a:t> </a:t>
            </a:r>
            <a:r>
              <a:rPr lang="en-US" sz="2400" dirty="0" err="1"/>
              <a:t>مرحلة</a:t>
            </a:r>
            <a:r>
              <a:rPr lang="en-US" sz="2400" dirty="0"/>
              <a:t> </a:t>
            </a:r>
            <a:r>
              <a:rPr lang="en-US" sz="2400" dirty="0" err="1"/>
              <a:t>حل</a:t>
            </a:r>
            <a:r>
              <a:rPr lang="en-US" sz="2400" dirty="0"/>
              <a:t> </a:t>
            </a:r>
            <a:r>
              <a:rPr lang="en-US" sz="2400" dirty="0" err="1"/>
              <a:t>المشكلة</a:t>
            </a:r>
            <a:r>
              <a:rPr lang="en-US" sz="2400" dirty="0"/>
              <a:t> </a:t>
            </a:r>
            <a:r>
              <a:rPr lang="en-US" sz="2400" dirty="0" err="1"/>
              <a:t>والإجراءات</a:t>
            </a:r>
            <a:r>
              <a:rPr lang="en-US" sz="2400" dirty="0"/>
              <a:t>، </a:t>
            </a:r>
            <a:r>
              <a:rPr lang="en-US" sz="2400" dirty="0" err="1"/>
              <a:t>مرورًا</a:t>
            </a:r>
            <a:r>
              <a:rPr lang="en-US" sz="2400" dirty="0"/>
              <a:t> </a:t>
            </a:r>
            <a:r>
              <a:rPr lang="en-US" sz="2400" dirty="0" err="1"/>
              <a:t>بالتطوير</a:t>
            </a:r>
            <a:r>
              <a:rPr lang="en-US" sz="2400" dirty="0"/>
              <a:t> </a:t>
            </a:r>
            <a:r>
              <a:rPr lang="en-US" sz="2400" dirty="0" err="1"/>
              <a:t>والتجهيز</a:t>
            </a:r>
            <a:r>
              <a:rPr lang="en-US" sz="2400" dirty="0"/>
              <a:t>، </a:t>
            </a:r>
            <a:r>
              <a:rPr lang="en-US" sz="2400" dirty="0" err="1"/>
              <a:t>وصولًا</a:t>
            </a:r>
            <a:r>
              <a:rPr lang="en-US" sz="2400" dirty="0"/>
              <a:t> </a:t>
            </a:r>
            <a:r>
              <a:rPr lang="en-US" sz="2400" dirty="0" err="1"/>
              <a:t>للتشغيل</a:t>
            </a:r>
            <a:r>
              <a:rPr lang="en-US" sz="2400" dirty="0"/>
              <a:t> </a:t>
            </a:r>
            <a:r>
              <a:rPr lang="en-US" sz="2400" dirty="0" err="1"/>
              <a:t>والإدارة</a:t>
            </a:r>
            <a:r>
              <a:rPr lang="en-US" sz="2400" dirty="0"/>
              <a:t>.</a:t>
            </a:r>
            <a:endParaRPr lang="ar-EG" sz="2400" dirty="0"/>
          </a:p>
          <a:p>
            <a:pPr algn="r" rtl="1"/>
            <a:r>
              <a:rPr lang="en-US" sz="2400" dirty="0" err="1"/>
              <a:t>حل</a:t>
            </a:r>
            <a:r>
              <a:rPr lang="en-US" sz="2400" dirty="0"/>
              <a:t> </a:t>
            </a:r>
            <a:r>
              <a:rPr lang="en-US" sz="2400" dirty="0" err="1"/>
              <a:t>المشاكل</a:t>
            </a:r>
            <a:r>
              <a:rPr lang="en-US" sz="2400" dirty="0"/>
              <a:t> </a:t>
            </a:r>
            <a:r>
              <a:rPr lang="en-US" sz="2400" dirty="0" err="1"/>
              <a:t>العقارية</a:t>
            </a:r>
            <a:r>
              <a:rPr lang="en-US" sz="2400" dirty="0"/>
              <a:t> </a:t>
            </a:r>
            <a:r>
              <a:rPr lang="en-US" sz="2400" dirty="0" err="1"/>
              <a:t>المعقدة</a:t>
            </a:r>
            <a:r>
              <a:rPr lang="en-US" sz="2400" dirty="0"/>
              <a:t> </a:t>
            </a:r>
            <a:r>
              <a:rPr lang="en-US" sz="2400" dirty="0" err="1"/>
              <a:t>من</a:t>
            </a:r>
            <a:r>
              <a:rPr lang="en-US" sz="2400" dirty="0"/>
              <a:t> </a:t>
            </a:r>
            <a:r>
              <a:rPr lang="en-US" sz="2400" dirty="0" err="1"/>
              <a:t>مكان</a:t>
            </a:r>
            <a:r>
              <a:rPr lang="en-US" sz="2400" dirty="0"/>
              <a:t> </a:t>
            </a:r>
            <a:r>
              <a:rPr lang="en-US" sz="2400" dirty="0" err="1"/>
              <a:t>واحد</a:t>
            </a:r>
            <a:endParaRPr lang="ar-EG" sz="2400" dirty="0"/>
          </a:p>
          <a:p>
            <a:pPr algn="r" rtl="1"/>
            <a:r>
              <a:rPr lang="en-US" sz="2400" dirty="0" err="1"/>
              <a:t>تحويل</a:t>
            </a:r>
            <a:r>
              <a:rPr lang="en-US" sz="2400" dirty="0"/>
              <a:t> </a:t>
            </a:r>
            <a:r>
              <a:rPr lang="en-US" sz="2400" dirty="0" err="1"/>
              <a:t>الأصول</a:t>
            </a:r>
            <a:r>
              <a:rPr lang="en-US" sz="2400" dirty="0"/>
              <a:t> </a:t>
            </a:r>
            <a:r>
              <a:rPr lang="en-US" sz="2400" dirty="0" err="1"/>
              <a:t>غير</a:t>
            </a:r>
            <a:r>
              <a:rPr lang="en-US" sz="2400" dirty="0"/>
              <a:t> </a:t>
            </a:r>
            <a:r>
              <a:rPr lang="en-US" sz="2400" dirty="0" err="1"/>
              <a:t>المستغلة</a:t>
            </a:r>
            <a:r>
              <a:rPr lang="en-US" sz="2400" dirty="0"/>
              <a:t> </a:t>
            </a:r>
            <a:r>
              <a:rPr lang="en-US" sz="2400" dirty="0" err="1"/>
              <a:t>أو</a:t>
            </a:r>
            <a:r>
              <a:rPr lang="en-US" sz="2400" dirty="0"/>
              <a:t> </a:t>
            </a:r>
            <a:r>
              <a:rPr lang="en-US" sz="2400" dirty="0" err="1"/>
              <a:t>التي</a:t>
            </a:r>
            <a:r>
              <a:rPr lang="en-US" sz="2400" dirty="0"/>
              <a:t> </a:t>
            </a:r>
            <a:r>
              <a:rPr lang="en-US" sz="2400" dirty="0" err="1"/>
              <a:t>تواجه</a:t>
            </a:r>
            <a:r>
              <a:rPr lang="en-US" sz="2400" dirty="0"/>
              <a:t> </a:t>
            </a:r>
            <a:r>
              <a:rPr lang="en-US" sz="2400" dirty="0" err="1"/>
              <a:t>مشكلات</a:t>
            </a:r>
            <a:r>
              <a:rPr lang="en-US" sz="2400" dirty="0"/>
              <a:t> </a:t>
            </a:r>
            <a:r>
              <a:rPr lang="en-US" sz="2400" dirty="0" err="1"/>
              <a:t>إلى</a:t>
            </a:r>
            <a:r>
              <a:rPr lang="en-US" sz="2400" dirty="0"/>
              <a:t> </a:t>
            </a:r>
            <a:r>
              <a:rPr lang="en-US" sz="2400" dirty="0" err="1"/>
              <a:t>أصول</a:t>
            </a:r>
            <a:r>
              <a:rPr lang="en-US" sz="2400" dirty="0"/>
              <a:t> </a:t>
            </a:r>
            <a:r>
              <a:rPr lang="en-US" sz="2400" dirty="0" err="1"/>
              <a:t>أكثر</a:t>
            </a:r>
            <a:r>
              <a:rPr lang="en-US" sz="2400" dirty="0"/>
              <a:t> </a:t>
            </a:r>
            <a:r>
              <a:rPr lang="en-US" sz="2400" dirty="0" err="1"/>
              <a:t>كفاءة</a:t>
            </a:r>
            <a:r>
              <a:rPr lang="en-US" sz="2400" dirty="0"/>
              <a:t> </a:t>
            </a:r>
            <a:r>
              <a:rPr lang="en-US" sz="2400" dirty="0" err="1"/>
              <a:t>وقيمة</a:t>
            </a:r>
            <a:r>
              <a:rPr lang="en-US" sz="2400" dirty="0"/>
              <a:t> </a:t>
            </a:r>
            <a:r>
              <a:rPr lang="en-US" sz="2400" dirty="0" err="1"/>
              <a:t>وقابلية</a:t>
            </a:r>
            <a:r>
              <a:rPr lang="en-US" sz="2400" dirty="0"/>
              <a:t> </a:t>
            </a:r>
            <a:r>
              <a:rPr lang="en-US" sz="2400" dirty="0" err="1"/>
              <a:t>للاستثمار</a:t>
            </a:r>
            <a:r>
              <a:rPr lang="en-US" sz="2400" dirty="0"/>
              <a:t>.</a:t>
            </a:r>
            <a:endParaRPr lang="ar-EG" sz="2400" dirty="0"/>
          </a:p>
          <a:p>
            <a:pPr algn="r" rtl="1"/>
            <a:r>
              <a:rPr lang="en-US" sz="2400" dirty="0" err="1"/>
              <a:t>تقدم</a:t>
            </a:r>
            <a:r>
              <a:rPr lang="en-US" sz="2400" dirty="0"/>
              <a:t> </a:t>
            </a:r>
            <a:r>
              <a:rPr lang="en-US" sz="2400" dirty="0" err="1"/>
              <a:t>الشركة</a:t>
            </a:r>
            <a:r>
              <a:rPr lang="en-US" sz="2400" dirty="0"/>
              <a:t> </a:t>
            </a:r>
            <a:r>
              <a:rPr lang="en-US" sz="2400" dirty="0" err="1"/>
              <a:t>حلولًا</a:t>
            </a:r>
            <a:r>
              <a:rPr lang="en-US" sz="2400" dirty="0"/>
              <a:t> </a:t>
            </a:r>
            <a:r>
              <a:rPr lang="en-US" sz="2400" dirty="0" err="1"/>
              <a:t>متكاملة</a:t>
            </a:r>
            <a:r>
              <a:rPr lang="en-US" sz="2400" dirty="0"/>
              <a:t> </a:t>
            </a:r>
            <a:r>
              <a:rPr lang="en-US" sz="2400" dirty="0" err="1"/>
              <a:t>لمختلف</a:t>
            </a:r>
            <a:r>
              <a:rPr lang="en-US" sz="2400" dirty="0"/>
              <a:t> </a:t>
            </a:r>
            <a:r>
              <a:rPr lang="en-US" sz="2400" dirty="0" err="1"/>
              <a:t>مراحل</a:t>
            </a:r>
            <a:r>
              <a:rPr lang="en-US" sz="2400" dirty="0"/>
              <a:t> </a:t>
            </a:r>
            <a:r>
              <a:rPr lang="en-US" sz="2400" dirty="0" err="1"/>
              <a:t>دورة</a:t>
            </a:r>
            <a:r>
              <a:rPr lang="en-US" sz="2400" dirty="0"/>
              <a:t> </a:t>
            </a:r>
            <a:r>
              <a:rPr lang="en-US" sz="2400" dirty="0" err="1"/>
              <a:t>حياة</a:t>
            </a:r>
            <a:r>
              <a:rPr lang="en-US" sz="2400" dirty="0"/>
              <a:t> </a:t>
            </a:r>
            <a:r>
              <a:rPr lang="en-US" sz="2400" dirty="0" err="1"/>
              <a:t>الأصل</a:t>
            </a:r>
            <a:r>
              <a:rPr lang="en-US" sz="2400" dirty="0"/>
              <a:t> </a:t>
            </a:r>
            <a:r>
              <a:rPr lang="en-US" sz="2400" dirty="0" err="1"/>
              <a:t>العقاري</a:t>
            </a:r>
            <a:r>
              <a:rPr lang="en-US" sz="2400" dirty="0"/>
              <a:t>، </a:t>
            </a:r>
            <a:r>
              <a:rPr lang="en-US" sz="2400" dirty="0" err="1"/>
              <a:t>مع</a:t>
            </a:r>
            <a:r>
              <a:rPr lang="en-US" sz="2400" dirty="0"/>
              <a:t> </a:t>
            </a:r>
            <a:r>
              <a:rPr lang="en-US" sz="2400" dirty="0" err="1"/>
              <a:t>إمكانية</a:t>
            </a:r>
            <a:r>
              <a:rPr lang="en-US" sz="2400" dirty="0"/>
              <a:t> </a:t>
            </a:r>
            <a:r>
              <a:rPr lang="en-US" sz="2400" dirty="0" err="1"/>
              <a:t>الاستفادة</a:t>
            </a:r>
            <a:r>
              <a:rPr lang="en-US" sz="2400" dirty="0"/>
              <a:t> </a:t>
            </a:r>
            <a:r>
              <a:rPr lang="en-US" sz="2400" dirty="0" err="1"/>
              <a:t>من</a:t>
            </a:r>
            <a:r>
              <a:rPr lang="en-US" sz="2400" dirty="0"/>
              <a:t> </a:t>
            </a:r>
            <a:r>
              <a:rPr lang="en-US" sz="2400" dirty="0" err="1"/>
              <a:t>خدماتها</a:t>
            </a:r>
            <a:r>
              <a:rPr lang="en-US" sz="2400" dirty="0"/>
              <a:t> </a:t>
            </a:r>
            <a:r>
              <a:rPr lang="en-US" sz="2400" dirty="0" err="1"/>
              <a:t>في</a:t>
            </a:r>
            <a:r>
              <a:rPr lang="en-US" sz="2400" dirty="0"/>
              <a:t> </a:t>
            </a:r>
            <a:r>
              <a:rPr lang="en-US" sz="2400" dirty="0" err="1"/>
              <a:t>أي</a:t>
            </a:r>
            <a:r>
              <a:rPr lang="en-US" sz="2400" dirty="0"/>
              <a:t> </a:t>
            </a:r>
            <a:r>
              <a:rPr lang="en-US" sz="2400" dirty="0" err="1"/>
              <a:t>مرحلة</a:t>
            </a:r>
            <a:r>
              <a:rPr lang="en-US" sz="2400" dirty="0"/>
              <a:t>، </a:t>
            </a:r>
            <a:r>
              <a:rPr lang="en-US" sz="2400" dirty="0" err="1"/>
              <a:t>بدءًا</a:t>
            </a:r>
            <a:r>
              <a:rPr lang="en-US" sz="2400" dirty="0"/>
              <a:t> </a:t>
            </a:r>
            <a:r>
              <a:rPr lang="en-US" sz="2400" dirty="0" err="1"/>
              <a:t>من</a:t>
            </a:r>
            <a:r>
              <a:rPr lang="en-US" sz="2400" dirty="0"/>
              <a:t> </a:t>
            </a:r>
            <a:r>
              <a:rPr lang="en-US" sz="2400" dirty="0" err="1"/>
              <a:t>التطوير</a:t>
            </a:r>
            <a:r>
              <a:rPr lang="en-US" sz="2400" dirty="0"/>
              <a:t> </a:t>
            </a:r>
            <a:r>
              <a:rPr lang="en-US" sz="2400" dirty="0" err="1"/>
              <a:t>وحتى</a:t>
            </a:r>
            <a:r>
              <a:rPr lang="en-US" sz="2400" dirty="0"/>
              <a:t> </a:t>
            </a:r>
            <a:r>
              <a:rPr lang="en-US" sz="2400" dirty="0" err="1"/>
              <a:t>التشغيل</a:t>
            </a:r>
            <a:r>
              <a:rPr lang="en-US" sz="2400" dirty="0"/>
              <a:t> </a:t>
            </a:r>
            <a:r>
              <a:rPr lang="en-US" sz="2400" dirty="0" err="1"/>
              <a:t>والصيانة</a:t>
            </a:r>
            <a:r>
              <a:rPr lang="en-US" sz="2400" dirty="0"/>
              <a:t>، </a:t>
            </a:r>
            <a:r>
              <a:rPr lang="en-US" sz="2400" dirty="0" err="1"/>
              <a:t>وفقًا</a:t>
            </a:r>
            <a:r>
              <a:rPr lang="en-US" sz="2400" dirty="0"/>
              <a:t> </a:t>
            </a:r>
            <a:r>
              <a:rPr lang="en-US" sz="2400" dirty="0" err="1"/>
              <a:t>لاحتياجات</a:t>
            </a:r>
            <a:r>
              <a:rPr lang="en-US" sz="2400" dirty="0"/>
              <a:t> </a:t>
            </a:r>
            <a:r>
              <a:rPr lang="en-US" sz="2400" dirty="0" err="1"/>
              <a:t>العميل</a:t>
            </a:r>
            <a:r>
              <a:rPr lang="en-US" sz="2400" dirty="0"/>
              <a:t>.</a:t>
            </a:r>
          </a:p>
          <a:p>
            <a:pPr algn="r" rtl="1"/>
            <a:endParaRPr lang="ar-EG" sz="2400" dirty="0"/>
          </a:p>
          <a:p>
            <a:pPr algn="r" rtl="1"/>
            <a:endParaRPr lang="en-US" sz="2400" dirty="0"/>
          </a:p>
        </p:txBody>
      </p:sp>
    </p:spTree>
    <p:extLst>
      <p:ext uri="{BB962C8B-B14F-4D97-AF65-F5344CB8AC3E}">
        <p14:creationId xmlns:p14="http://schemas.microsoft.com/office/powerpoint/2010/main" val="2752272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55FD5C-E52D-B500-7828-2F37EBF743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18000C-7D0D-C6DA-1727-BC9B0238B9AC}"/>
              </a:ext>
            </a:extLst>
          </p:cNvPr>
          <p:cNvSpPr>
            <a:spLocks noGrp="1"/>
          </p:cNvSpPr>
          <p:nvPr>
            <p:ph type="title"/>
          </p:nvPr>
        </p:nvSpPr>
        <p:spPr/>
        <p:txBody>
          <a:bodyPr/>
          <a:lstStyle/>
          <a:p>
            <a:r>
              <a:rPr lang="en-US" b="1" dirty="0"/>
              <a:t>Company Goals</a:t>
            </a:r>
          </a:p>
        </p:txBody>
      </p:sp>
      <p:sp>
        <p:nvSpPr>
          <p:cNvPr id="3" name="Content Placeholder 2">
            <a:extLst>
              <a:ext uri="{FF2B5EF4-FFF2-40B4-BE49-F238E27FC236}">
                <a16:creationId xmlns:a16="http://schemas.microsoft.com/office/drawing/2014/main" id="{A5E9D8F1-61E1-45CB-0A29-D1EDA9360F27}"/>
              </a:ext>
            </a:extLst>
          </p:cNvPr>
          <p:cNvSpPr>
            <a:spLocks noGrp="1"/>
          </p:cNvSpPr>
          <p:nvPr>
            <p:ph idx="1"/>
          </p:nvPr>
        </p:nvSpPr>
        <p:spPr/>
        <p:txBody>
          <a:bodyPr/>
          <a:lstStyle/>
          <a:p>
            <a:pPr algn="r" rtl="1"/>
            <a:r>
              <a:rPr lang="en-US" dirty="0" err="1"/>
              <a:t>تعظيم</a:t>
            </a:r>
            <a:r>
              <a:rPr lang="en-US" dirty="0"/>
              <a:t> </a:t>
            </a:r>
            <a:r>
              <a:rPr lang="en-US" dirty="0" err="1"/>
              <a:t>قيمة</a:t>
            </a:r>
            <a:r>
              <a:rPr lang="en-US" dirty="0"/>
              <a:t> </a:t>
            </a:r>
            <a:r>
              <a:rPr lang="en-US" dirty="0" err="1"/>
              <a:t>الأصول</a:t>
            </a:r>
            <a:r>
              <a:rPr lang="en-US" dirty="0"/>
              <a:t> </a:t>
            </a:r>
            <a:r>
              <a:rPr lang="en-US" dirty="0" err="1"/>
              <a:t>العقارية</a:t>
            </a:r>
            <a:endParaRPr lang="en-US" dirty="0"/>
          </a:p>
          <a:p>
            <a:pPr algn="r" rtl="1"/>
            <a:r>
              <a:rPr lang="en-US" dirty="0" err="1"/>
              <a:t>تقديم</a:t>
            </a:r>
            <a:r>
              <a:rPr lang="en-US" dirty="0"/>
              <a:t> </a:t>
            </a:r>
            <a:r>
              <a:rPr lang="en-US" dirty="0" err="1"/>
              <a:t>حلول</a:t>
            </a:r>
            <a:r>
              <a:rPr lang="en-US" dirty="0"/>
              <a:t> </a:t>
            </a:r>
            <a:r>
              <a:rPr lang="en-US" dirty="0" err="1"/>
              <a:t>عقارية</a:t>
            </a:r>
            <a:r>
              <a:rPr lang="en-US" dirty="0"/>
              <a:t> </a:t>
            </a:r>
            <a:r>
              <a:rPr lang="en-US" dirty="0" err="1"/>
              <a:t>متكاملة</a:t>
            </a:r>
            <a:endParaRPr lang="en-US" dirty="0"/>
          </a:p>
          <a:p>
            <a:pPr algn="r" rtl="1"/>
            <a:r>
              <a:rPr lang="en-US" dirty="0" err="1"/>
              <a:t>بناء</a:t>
            </a:r>
            <a:r>
              <a:rPr lang="en-US" dirty="0"/>
              <a:t> </a:t>
            </a:r>
            <a:r>
              <a:rPr lang="en-US" dirty="0" err="1"/>
              <a:t>علاقات</a:t>
            </a:r>
            <a:r>
              <a:rPr lang="en-US" dirty="0"/>
              <a:t> </a:t>
            </a:r>
            <a:r>
              <a:rPr lang="en-US" dirty="0" err="1"/>
              <a:t>طويلة</a:t>
            </a:r>
            <a:r>
              <a:rPr lang="en-US" dirty="0"/>
              <a:t> </a:t>
            </a:r>
            <a:r>
              <a:rPr lang="en-US" dirty="0" err="1"/>
              <a:t>الأمد</a:t>
            </a:r>
            <a:r>
              <a:rPr lang="en-US" dirty="0"/>
              <a:t> </a:t>
            </a:r>
            <a:r>
              <a:rPr lang="en-US" dirty="0" err="1"/>
              <a:t>مع</a:t>
            </a:r>
            <a:r>
              <a:rPr lang="en-US" dirty="0"/>
              <a:t> </a:t>
            </a:r>
            <a:r>
              <a:rPr lang="en-US" dirty="0" err="1"/>
              <a:t>العملاء</a:t>
            </a:r>
            <a:endParaRPr lang="en-US" dirty="0"/>
          </a:p>
          <a:p>
            <a:pPr algn="r" rtl="1"/>
            <a:r>
              <a:rPr lang="en-US" dirty="0" err="1"/>
              <a:t>تعزيز</a:t>
            </a:r>
            <a:r>
              <a:rPr lang="en-US" dirty="0"/>
              <a:t> </a:t>
            </a:r>
            <a:r>
              <a:rPr lang="en-US" dirty="0" err="1"/>
              <a:t>المكانة</a:t>
            </a:r>
            <a:r>
              <a:rPr lang="en-US" dirty="0"/>
              <a:t> </a:t>
            </a:r>
            <a:r>
              <a:rPr lang="en-US" dirty="0" err="1"/>
              <a:t>التنافسية</a:t>
            </a:r>
            <a:r>
              <a:rPr lang="en-US" dirty="0"/>
              <a:t> </a:t>
            </a:r>
            <a:r>
              <a:rPr lang="en-US" dirty="0" err="1"/>
              <a:t>للشركة</a:t>
            </a:r>
            <a:endParaRPr lang="en-US" dirty="0"/>
          </a:p>
        </p:txBody>
      </p:sp>
    </p:spTree>
    <p:extLst>
      <p:ext uri="{BB962C8B-B14F-4D97-AF65-F5344CB8AC3E}">
        <p14:creationId xmlns:p14="http://schemas.microsoft.com/office/powerpoint/2010/main" val="9811323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D9D17-F2AC-74B6-D15D-154CD189AC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C9F882-744E-A602-356C-5CD5922511D8}"/>
              </a:ext>
            </a:extLst>
          </p:cNvPr>
          <p:cNvSpPr>
            <a:spLocks noGrp="1"/>
          </p:cNvSpPr>
          <p:nvPr>
            <p:ph type="title"/>
          </p:nvPr>
        </p:nvSpPr>
        <p:spPr/>
        <p:txBody>
          <a:bodyPr/>
          <a:lstStyle/>
          <a:p>
            <a:r>
              <a:rPr lang="en-US" b="1" dirty="0"/>
              <a:t>Social Media Campaign Goals</a:t>
            </a:r>
          </a:p>
        </p:txBody>
      </p:sp>
      <p:sp>
        <p:nvSpPr>
          <p:cNvPr id="3" name="Content Placeholder 2">
            <a:extLst>
              <a:ext uri="{FF2B5EF4-FFF2-40B4-BE49-F238E27FC236}">
                <a16:creationId xmlns:a16="http://schemas.microsoft.com/office/drawing/2014/main" id="{8A45EA71-3D2C-DEF3-4CB8-EFBE48AFB31D}"/>
              </a:ext>
            </a:extLst>
          </p:cNvPr>
          <p:cNvSpPr>
            <a:spLocks noGrp="1"/>
          </p:cNvSpPr>
          <p:nvPr>
            <p:ph idx="1"/>
          </p:nvPr>
        </p:nvSpPr>
        <p:spPr/>
        <p:txBody>
          <a:bodyPr>
            <a:normAutofit lnSpcReduction="10000"/>
          </a:bodyPr>
          <a:lstStyle/>
          <a:p>
            <a:pPr algn="r" rtl="1"/>
            <a:r>
              <a:rPr lang="en-US" dirty="0" err="1"/>
              <a:t>رفع</a:t>
            </a:r>
            <a:r>
              <a:rPr lang="en-US" dirty="0"/>
              <a:t> </a:t>
            </a:r>
            <a:r>
              <a:rPr lang="en-US" dirty="0" err="1"/>
              <a:t>مستوى</a:t>
            </a:r>
            <a:r>
              <a:rPr lang="en-US" dirty="0"/>
              <a:t> </a:t>
            </a:r>
            <a:r>
              <a:rPr lang="en-US" dirty="0" err="1"/>
              <a:t>الوعي</a:t>
            </a:r>
            <a:r>
              <a:rPr lang="en-US" dirty="0"/>
              <a:t> </a:t>
            </a:r>
            <a:r>
              <a:rPr lang="en-US" dirty="0" err="1"/>
              <a:t>بالعلامة</a:t>
            </a:r>
            <a:r>
              <a:rPr lang="en-US" dirty="0"/>
              <a:t> </a:t>
            </a:r>
            <a:r>
              <a:rPr lang="en-US" dirty="0" err="1"/>
              <a:t>التجارية</a:t>
            </a:r>
            <a:r>
              <a:rPr lang="en-US" dirty="0"/>
              <a:t> </a:t>
            </a:r>
            <a:r>
              <a:rPr lang="en-US" dirty="0" err="1"/>
              <a:t>والمجال</a:t>
            </a:r>
            <a:r>
              <a:rPr lang="en-US" dirty="0"/>
              <a:t> </a:t>
            </a:r>
            <a:r>
              <a:rPr lang="en-US" dirty="0" err="1"/>
              <a:t>العقاري</a:t>
            </a:r>
            <a:r>
              <a:rPr lang="en-US" dirty="0"/>
              <a:t> </a:t>
            </a:r>
            <a:r>
              <a:rPr lang="en-US" dirty="0" err="1"/>
              <a:t>المتخصص</a:t>
            </a:r>
            <a:endParaRPr lang="en-US" dirty="0"/>
          </a:p>
          <a:p>
            <a:pPr algn="r" rtl="1"/>
            <a:r>
              <a:rPr lang="en-US" dirty="0" err="1"/>
              <a:t>تعزيز</a:t>
            </a:r>
            <a:r>
              <a:rPr lang="en-US" dirty="0"/>
              <a:t> </a:t>
            </a:r>
            <a:r>
              <a:rPr lang="en-US" dirty="0" err="1"/>
              <a:t>الوعي</a:t>
            </a:r>
            <a:r>
              <a:rPr lang="en-US" dirty="0"/>
              <a:t> </a:t>
            </a:r>
            <a:r>
              <a:rPr lang="en-US" dirty="0" err="1"/>
              <a:t>بخدمات</a:t>
            </a:r>
            <a:r>
              <a:rPr lang="en-US" dirty="0"/>
              <a:t> </a:t>
            </a:r>
            <a:r>
              <a:rPr lang="en-US" dirty="0" err="1"/>
              <a:t>وأنشطة</a:t>
            </a:r>
            <a:r>
              <a:rPr lang="en-US" dirty="0"/>
              <a:t> </a:t>
            </a:r>
            <a:r>
              <a:rPr lang="en-US" dirty="0" err="1"/>
              <a:t>الشركة</a:t>
            </a:r>
            <a:endParaRPr lang="en-US" dirty="0"/>
          </a:p>
          <a:p>
            <a:pPr algn="r" rtl="1"/>
            <a:r>
              <a:rPr lang="en-US" dirty="0" err="1"/>
              <a:t>زيادة</a:t>
            </a:r>
            <a:r>
              <a:rPr lang="en-US" dirty="0"/>
              <a:t> </a:t>
            </a:r>
            <a:r>
              <a:rPr lang="en-US" dirty="0" err="1"/>
              <a:t>عدد</a:t>
            </a:r>
            <a:r>
              <a:rPr lang="en-US" dirty="0"/>
              <a:t> </a:t>
            </a:r>
            <a:r>
              <a:rPr lang="en-US" dirty="0" err="1"/>
              <a:t>المتابعين</a:t>
            </a:r>
            <a:r>
              <a:rPr lang="en-US" dirty="0"/>
              <a:t> </a:t>
            </a:r>
            <a:r>
              <a:rPr lang="en-US" dirty="0" err="1"/>
              <a:t>على</a:t>
            </a:r>
            <a:r>
              <a:rPr lang="en-US" dirty="0"/>
              <a:t> </a:t>
            </a:r>
            <a:r>
              <a:rPr lang="en-US" dirty="0" err="1"/>
              <a:t>منصات</a:t>
            </a:r>
            <a:r>
              <a:rPr lang="en-US" dirty="0"/>
              <a:t> </a:t>
            </a:r>
            <a:r>
              <a:rPr lang="en-US" dirty="0" err="1"/>
              <a:t>التواصل</a:t>
            </a:r>
            <a:r>
              <a:rPr lang="en-US" dirty="0"/>
              <a:t> </a:t>
            </a:r>
            <a:r>
              <a:rPr lang="en-US" dirty="0" err="1"/>
              <a:t>الاجتماعي</a:t>
            </a:r>
            <a:endParaRPr lang="en-US" dirty="0"/>
          </a:p>
          <a:p>
            <a:pPr algn="r" rtl="1"/>
            <a:r>
              <a:rPr lang="en-US" dirty="0" err="1"/>
              <a:t>زيادة</a:t>
            </a:r>
            <a:r>
              <a:rPr lang="en-US" dirty="0"/>
              <a:t> </a:t>
            </a:r>
            <a:r>
              <a:rPr lang="en-US" dirty="0" err="1"/>
              <a:t>عمليات</a:t>
            </a:r>
            <a:r>
              <a:rPr lang="en-US" dirty="0"/>
              <a:t> </a:t>
            </a:r>
            <a:r>
              <a:rPr lang="en-US" dirty="0" err="1"/>
              <a:t>البحث</a:t>
            </a:r>
            <a:r>
              <a:rPr lang="en-US" dirty="0"/>
              <a:t> </a:t>
            </a:r>
            <a:r>
              <a:rPr lang="en-US" dirty="0" err="1"/>
              <a:t>عن</a:t>
            </a:r>
            <a:r>
              <a:rPr lang="en-US" dirty="0"/>
              <a:t> </a:t>
            </a:r>
            <a:r>
              <a:rPr lang="en-US" dirty="0" err="1"/>
              <a:t>الشركة</a:t>
            </a:r>
            <a:r>
              <a:rPr lang="en-US" dirty="0"/>
              <a:t> </a:t>
            </a:r>
            <a:r>
              <a:rPr lang="en-US" dirty="0" err="1"/>
              <a:t>وتعزيز</a:t>
            </a:r>
            <a:r>
              <a:rPr lang="en-US" dirty="0"/>
              <a:t> </a:t>
            </a:r>
            <a:r>
              <a:rPr lang="en-US" dirty="0" err="1"/>
              <a:t>حضورها</a:t>
            </a:r>
            <a:r>
              <a:rPr lang="en-US" dirty="0"/>
              <a:t> </a:t>
            </a:r>
            <a:r>
              <a:rPr lang="en-US" dirty="0" err="1"/>
              <a:t>الرقمي</a:t>
            </a:r>
            <a:endParaRPr lang="en-US" dirty="0"/>
          </a:p>
          <a:p>
            <a:pPr algn="r" rtl="1"/>
            <a:r>
              <a:rPr lang="en-US" dirty="0" err="1"/>
              <a:t>زيادة</a:t>
            </a:r>
            <a:r>
              <a:rPr lang="en-US" dirty="0"/>
              <a:t> </a:t>
            </a:r>
            <a:r>
              <a:rPr lang="en-US" dirty="0" err="1"/>
              <a:t>الزيارات</a:t>
            </a:r>
            <a:r>
              <a:rPr lang="en-US" dirty="0"/>
              <a:t> </a:t>
            </a:r>
            <a:r>
              <a:rPr lang="en-US" dirty="0" err="1"/>
              <a:t>إلى</a:t>
            </a:r>
            <a:r>
              <a:rPr lang="en-US" dirty="0"/>
              <a:t> </a:t>
            </a:r>
            <a:r>
              <a:rPr lang="en-US" dirty="0" err="1"/>
              <a:t>الموقع</a:t>
            </a:r>
            <a:r>
              <a:rPr lang="en-US" dirty="0"/>
              <a:t> </a:t>
            </a:r>
            <a:r>
              <a:rPr lang="en-US" dirty="0" err="1"/>
              <a:t>الإلكتروني</a:t>
            </a:r>
            <a:br>
              <a:rPr lang="en-US" dirty="0"/>
            </a:br>
            <a:br>
              <a:rPr lang="en-US" dirty="0"/>
            </a:br>
            <a:br>
              <a:rPr lang="en-US" dirty="0"/>
            </a:br>
            <a:br>
              <a:rPr lang="en-US" dirty="0"/>
            </a:br>
            <a:br>
              <a:rPr lang="en-US" dirty="0"/>
            </a:br>
            <a:endParaRPr lang="en-US" dirty="0"/>
          </a:p>
        </p:txBody>
      </p:sp>
    </p:spTree>
    <p:extLst>
      <p:ext uri="{BB962C8B-B14F-4D97-AF65-F5344CB8AC3E}">
        <p14:creationId xmlns:p14="http://schemas.microsoft.com/office/powerpoint/2010/main" val="21680491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AD0A6-3904-CA6E-24A3-D632963616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107119-1D8D-E14E-2B24-C3C0FA039B89}"/>
              </a:ext>
            </a:extLst>
          </p:cNvPr>
          <p:cNvSpPr>
            <a:spLocks noGrp="1"/>
          </p:cNvSpPr>
          <p:nvPr>
            <p:ph type="title"/>
          </p:nvPr>
        </p:nvSpPr>
        <p:spPr/>
        <p:txBody>
          <a:bodyPr/>
          <a:lstStyle/>
          <a:p>
            <a:r>
              <a:rPr lang="en-US" b="1" dirty="0"/>
              <a:t>Target Audience:</a:t>
            </a:r>
          </a:p>
        </p:txBody>
      </p:sp>
      <p:sp>
        <p:nvSpPr>
          <p:cNvPr id="3" name="Content Placeholder 2">
            <a:extLst>
              <a:ext uri="{FF2B5EF4-FFF2-40B4-BE49-F238E27FC236}">
                <a16:creationId xmlns:a16="http://schemas.microsoft.com/office/drawing/2014/main" id="{F27F7E04-598F-9FB3-434A-BBC41702ACF4}"/>
              </a:ext>
            </a:extLst>
          </p:cNvPr>
          <p:cNvSpPr>
            <a:spLocks noGrp="1"/>
          </p:cNvSpPr>
          <p:nvPr>
            <p:ph idx="1"/>
          </p:nvPr>
        </p:nvSpPr>
        <p:spPr/>
        <p:txBody>
          <a:bodyPr/>
          <a:lstStyle/>
          <a:p>
            <a:pPr marL="514350" indent="-514350" algn="r" rtl="1">
              <a:buFont typeface="+mj-lt"/>
              <a:buAutoNum type="arabicPeriod"/>
            </a:pPr>
            <a:r>
              <a:rPr lang="ar-EG" b="1" u="sng" dirty="0"/>
              <a:t>الجمهور المستهدف (الفئة 1):</a:t>
            </a:r>
          </a:p>
          <a:p>
            <a:pPr algn="r" rtl="1"/>
            <a:r>
              <a:rPr lang="en-US" u="sng" dirty="0"/>
              <a:t>B2B</a:t>
            </a:r>
            <a:r>
              <a:rPr lang="ar-EG" u="sng" dirty="0"/>
              <a:t>:</a:t>
            </a:r>
          </a:p>
          <a:p>
            <a:pPr algn="r" rtl="1"/>
            <a:r>
              <a:rPr lang="ar-EG" dirty="0"/>
              <a:t>نوع الشركات: شكرات خاصة وحكومية و فى جميع المجالات</a:t>
            </a:r>
          </a:p>
          <a:p>
            <a:pPr algn="r" rtl="1"/>
            <a:r>
              <a:rPr lang="ar-EG" dirty="0"/>
              <a:t>حجم الشركات: </a:t>
            </a:r>
            <a:endParaRPr lang="en-US" dirty="0"/>
          </a:p>
        </p:txBody>
      </p:sp>
    </p:spTree>
    <p:extLst>
      <p:ext uri="{BB962C8B-B14F-4D97-AF65-F5344CB8AC3E}">
        <p14:creationId xmlns:p14="http://schemas.microsoft.com/office/powerpoint/2010/main" val="34261350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87EE57-8C6F-D757-B214-C5FB6247FF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41571D-A699-2EE2-3E88-78CB1B9F5C59}"/>
              </a:ext>
            </a:extLst>
          </p:cNvPr>
          <p:cNvSpPr>
            <a:spLocks noGrp="1"/>
          </p:cNvSpPr>
          <p:nvPr>
            <p:ph type="title"/>
          </p:nvPr>
        </p:nvSpPr>
        <p:spPr>
          <a:xfrm>
            <a:off x="838200" y="365126"/>
            <a:ext cx="10515600" cy="815282"/>
          </a:xfrm>
        </p:spPr>
        <p:txBody>
          <a:bodyPr/>
          <a:lstStyle/>
          <a:p>
            <a:r>
              <a:rPr lang="en-US" b="1" dirty="0"/>
              <a:t>Positioning On Social Media:</a:t>
            </a:r>
          </a:p>
        </p:txBody>
      </p:sp>
      <p:sp>
        <p:nvSpPr>
          <p:cNvPr id="3" name="Content Placeholder 2">
            <a:extLst>
              <a:ext uri="{FF2B5EF4-FFF2-40B4-BE49-F238E27FC236}">
                <a16:creationId xmlns:a16="http://schemas.microsoft.com/office/drawing/2014/main" id="{A4BA4E86-863F-4750-1C41-AEBC0360C3EE}"/>
              </a:ext>
            </a:extLst>
          </p:cNvPr>
          <p:cNvSpPr>
            <a:spLocks noGrp="1"/>
          </p:cNvSpPr>
          <p:nvPr>
            <p:ph idx="1"/>
          </p:nvPr>
        </p:nvSpPr>
        <p:spPr>
          <a:xfrm>
            <a:off x="838200" y="1180409"/>
            <a:ext cx="10515600" cy="3350028"/>
          </a:xfrm>
        </p:spPr>
        <p:txBody>
          <a:bodyPr/>
          <a:lstStyle/>
          <a:p>
            <a:pPr algn="r" rtl="1"/>
            <a:r>
              <a:rPr lang="en-US" dirty="0" err="1"/>
              <a:t>تهدف</a:t>
            </a:r>
            <a:r>
              <a:rPr lang="en-US" dirty="0"/>
              <a:t> </a:t>
            </a:r>
            <a:r>
              <a:rPr lang="en-US" dirty="0" err="1"/>
              <a:t>الشركة</a:t>
            </a:r>
            <a:r>
              <a:rPr lang="en-US" dirty="0"/>
              <a:t> </a:t>
            </a:r>
            <a:r>
              <a:rPr lang="en-US" dirty="0" err="1"/>
              <a:t>إلى</a:t>
            </a:r>
            <a:r>
              <a:rPr lang="en-US" dirty="0"/>
              <a:t> </a:t>
            </a:r>
            <a:r>
              <a:rPr lang="en-US" dirty="0" err="1"/>
              <a:t>ترسيخ</a:t>
            </a:r>
            <a:r>
              <a:rPr lang="en-US" dirty="0"/>
              <a:t> </a:t>
            </a:r>
            <a:r>
              <a:rPr lang="en-US" dirty="0" err="1"/>
              <a:t>مكانتها</a:t>
            </a:r>
            <a:r>
              <a:rPr lang="en-US" dirty="0"/>
              <a:t> </a:t>
            </a:r>
            <a:r>
              <a:rPr lang="en-US" dirty="0" err="1"/>
              <a:t>على</a:t>
            </a:r>
            <a:r>
              <a:rPr lang="en-US" dirty="0"/>
              <a:t> </a:t>
            </a:r>
            <a:r>
              <a:rPr lang="en-US" dirty="0" err="1"/>
              <a:t>منصات</a:t>
            </a:r>
            <a:r>
              <a:rPr lang="en-US" dirty="0"/>
              <a:t> </a:t>
            </a:r>
            <a:r>
              <a:rPr lang="en-US" dirty="0" err="1"/>
              <a:t>التواصل</a:t>
            </a:r>
            <a:r>
              <a:rPr lang="en-US" dirty="0"/>
              <a:t> </a:t>
            </a:r>
            <a:r>
              <a:rPr lang="en-US" dirty="0" err="1"/>
              <a:t>الاجتماعي</a:t>
            </a:r>
            <a:r>
              <a:rPr lang="en-US" dirty="0"/>
              <a:t> </a:t>
            </a:r>
            <a:r>
              <a:rPr lang="en-US" dirty="0" err="1"/>
              <a:t>كمقدم</a:t>
            </a:r>
            <a:r>
              <a:rPr lang="en-US" dirty="0"/>
              <a:t> </a:t>
            </a:r>
            <a:r>
              <a:rPr lang="en-US" dirty="0" err="1"/>
              <a:t>رائد</a:t>
            </a:r>
            <a:r>
              <a:rPr lang="en-US" dirty="0"/>
              <a:t> </a:t>
            </a:r>
            <a:r>
              <a:rPr lang="en-US" dirty="0" err="1"/>
              <a:t>وموثوق</a:t>
            </a:r>
            <a:r>
              <a:rPr lang="en-US" dirty="0"/>
              <a:t> </a:t>
            </a:r>
            <a:r>
              <a:rPr lang="en-US" dirty="0" err="1"/>
              <a:t>للحلول</a:t>
            </a:r>
            <a:r>
              <a:rPr lang="en-US" dirty="0"/>
              <a:t> </a:t>
            </a:r>
            <a:r>
              <a:rPr lang="en-US" dirty="0" err="1"/>
              <a:t>العقارية</a:t>
            </a:r>
            <a:r>
              <a:rPr lang="en-US" dirty="0"/>
              <a:t> </a:t>
            </a:r>
            <a:r>
              <a:rPr lang="en-US" dirty="0" err="1"/>
              <a:t>المتكاملة</a:t>
            </a:r>
            <a:r>
              <a:rPr lang="en-US" dirty="0"/>
              <a:t>، </a:t>
            </a:r>
            <a:r>
              <a:rPr lang="en-US" dirty="0" err="1"/>
              <a:t>مستفيدةً</a:t>
            </a:r>
            <a:r>
              <a:rPr lang="en-US" dirty="0"/>
              <a:t> </a:t>
            </a:r>
            <a:r>
              <a:rPr lang="en-US" dirty="0" err="1"/>
              <a:t>من</a:t>
            </a:r>
            <a:r>
              <a:rPr lang="en-US" dirty="0"/>
              <a:t> </a:t>
            </a:r>
            <a:r>
              <a:rPr lang="en-US" dirty="0" err="1"/>
              <a:t>قوتها</a:t>
            </a:r>
            <a:r>
              <a:rPr lang="en-US" dirty="0"/>
              <a:t> </a:t>
            </a:r>
            <a:r>
              <a:rPr lang="en-US" dirty="0" err="1"/>
              <a:t>المؤسسية</a:t>
            </a:r>
            <a:r>
              <a:rPr lang="en-US" dirty="0"/>
              <a:t> </a:t>
            </a:r>
            <a:r>
              <a:rPr lang="en-US" dirty="0" err="1"/>
              <a:t>وانتمائها</a:t>
            </a:r>
            <a:r>
              <a:rPr lang="en-US" dirty="0"/>
              <a:t> </a:t>
            </a:r>
            <a:r>
              <a:rPr lang="en-US" dirty="0" err="1"/>
              <a:t>إلى</a:t>
            </a:r>
            <a:r>
              <a:rPr lang="en-US" dirty="0"/>
              <a:t> </a:t>
            </a:r>
            <a:r>
              <a:rPr lang="en-US" dirty="0" err="1"/>
              <a:t>البنك</a:t>
            </a:r>
            <a:r>
              <a:rPr lang="en-US" dirty="0"/>
              <a:t> </a:t>
            </a:r>
            <a:r>
              <a:rPr lang="en-US" dirty="0" err="1"/>
              <a:t>الأهلي</a:t>
            </a:r>
            <a:r>
              <a:rPr lang="en-US" dirty="0"/>
              <a:t> </a:t>
            </a:r>
            <a:r>
              <a:rPr lang="en-US" dirty="0" err="1"/>
              <a:t>المصري</a:t>
            </a:r>
            <a:r>
              <a:rPr lang="en-US" dirty="0"/>
              <a:t> </a:t>
            </a:r>
            <a:r>
              <a:rPr lang="en-US" dirty="0" err="1"/>
              <a:t>وبنك</a:t>
            </a:r>
            <a:r>
              <a:rPr lang="en-US" dirty="0"/>
              <a:t> </a:t>
            </a:r>
            <a:r>
              <a:rPr lang="en-US" dirty="0" err="1"/>
              <a:t>مصر</a:t>
            </a:r>
            <a:r>
              <a:rPr lang="en-US" dirty="0"/>
              <a:t>، </a:t>
            </a:r>
            <a:r>
              <a:rPr lang="en-US" dirty="0" err="1"/>
              <a:t>مع</a:t>
            </a:r>
            <a:r>
              <a:rPr lang="en-US" dirty="0"/>
              <a:t> </a:t>
            </a:r>
            <a:r>
              <a:rPr lang="en-US" dirty="0" err="1"/>
              <a:t>التركيز</a:t>
            </a:r>
            <a:r>
              <a:rPr lang="en-US" dirty="0"/>
              <a:t> </a:t>
            </a:r>
            <a:r>
              <a:rPr lang="en-US" dirty="0" err="1"/>
              <a:t>على</a:t>
            </a:r>
            <a:r>
              <a:rPr lang="en-US" dirty="0"/>
              <a:t> </a:t>
            </a:r>
            <a:r>
              <a:rPr lang="en-US" dirty="0" err="1"/>
              <a:t>إبراز</a:t>
            </a:r>
            <a:r>
              <a:rPr lang="en-US" dirty="0"/>
              <a:t> </a:t>
            </a:r>
            <a:r>
              <a:rPr lang="en-US" dirty="0" err="1"/>
              <a:t>دورها</a:t>
            </a:r>
            <a:r>
              <a:rPr lang="en-US" dirty="0"/>
              <a:t> </a:t>
            </a:r>
            <a:r>
              <a:rPr lang="en-US" dirty="0" err="1"/>
              <a:t>في</a:t>
            </a:r>
            <a:r>
              <a:rPr lang="en-US" dirty="0"/>
              <a:t> </a:t>
            </a:r>
            <a:r>
              <a:rPr lang="en-US" dirty="0" err="1"/>
              <a:t>تبسيط</a:t>
            </a:r>
            <a:r>
              <a:rPr lang="en-US" dirty="0"/>
              <a:t> </a:t>
            </a:r>
            <a:r>
              <a:rPr lang="en-US" dirty="0" err="1"/>
              <a:t>وإدارة</a:t>
            </a:r>
            <a:r>
              <a:rPr lang="en-US" dirty="0"/>
              <a:t> </a:t>
            </a:r>
            <a:r>
              <a:rPr lang="en-US" dirty="0" err="1"/>
              <a:t>التحديات</a:t>
            </a:r>
            <a:r>
              <a:rPr lang="en-US" dirty="0"/>
              <a:t> </a:t>
            </a:r>
            <a:r>
              <a:rPr lang="en-US" dirty="0" err="1"/>
              <a:t>والمشكلات</a:t>
            </a:r>
            <a:r>
              <a:rPr lang="en-US" dirty="0"/>
              <a:t> </a:t>
            </a:r>
            <a:r>
              <a:rPr lang="en-US" dirty="0" err="1"/>
              <a:t>المرتبطة</a:t>
            </a:r>
            <a:r>
              <a:rPr lang="en-US" dirty="0"/>
              <a:t> </a:t>
            </a:r>
            <a:r>
              <a:rPr lang="en-US" dirty="0" err="1"/>
              <a:t>بالأصول</a:t>
            </a:r>
            <a:r>
              <a:rPr lang="en-US" dirty="0"/>
              <a:t> </a:t>
            </a:r>
            <a:r>
              <a:rPr lang="en-US" dirty="0" err="1"/>
              <a:t>العقارية</a:t>
            </a:r>
            <a:r>
              <a:rPr lang="en-US" dirty="0"/>
              <a:t>.</a:t>
            </a:r>
          </a:p>
          <a:p>
            <a:pPr algn="r" rtl="1"/>
            <a:r>
              <a:rPr lang="en-US" dirty="0" err="1"/>
              <a:t>كما</a:t>
            </a:r>
            <a:r>
              <a:rPr lang="en-US" dirty="0"/>
              <a:t> </a:t>
            </a:r>
            <a:r>
              <a:rPr lang="en-US" dirty="0" err="1"/>
              <a:t>تسعى</a:t>
            </a:r>
            <a:r>
              <a:rPr lang="en-US" dirty="0"/>
              <a:t> </a:t>
            </a:r>
            <a:r>
              <a:rPr lang="en-US" dirty="0" err="1"/>
              <a:t>الشركة</a:t>
            </a:r>
            <a:r>
              <a:rPr lang="en-US" dirty="0"/>
              <a:t> </a:t>
            </a:r>
            <a:r>
              <a:rPr lang="en-US" dirty="0" err="1"/>
              <a:t>إلى</a:t>
            </a:r>
            <a:r>
              <a:rPr lang="en-US" dirty="0"/>
              <a:t> </a:t>
            </a:r>
            <a:r>
              <a:rPr lang="en-US" dirty="0" err="1"/>
              <a:t>تعزيز</a:t>
            </a:r>
            <a:r>
              <a:rPr lang="en-US" dirty="0"/>
              <a:t> </a:t>
            </a:r>
            <a:r>
              <a:rPr lang="en-US" dirty="0" err="1"/>
              <a:t>ثقة</a:t>
            </a:r>
            <a:r>
              <a:rPr lang="en-US" dirty="0"/>
              <a:t> </a:t>
            </a:r>
            <a:r>
              <a:rPr lang="en-US" dirty="0" err="1"/>
              <a:t>الجمهور</a:t>
            </a:r>
            <a:r>
              <a:rPr lang="en-US" dirty="0"/>
              <a:t> </a:t>
            </a:r>
            <a:r>
              <a:rPr lang="en-US" dirty="0" err="1"/>
              <a:t>في</a:t>
            </a:r>
            <a:r>
              <a:rPr lang="en-US" dirty="0"/>
              <a:t> </a:t>
            </a:r>
            <a:r>
              <a:rPr lang="en-US" dirty="0" err="1"/>
              <a:t>المؤسسات</a:t>
            </a:r>
            <a:r>
              <a:rPr lang="en-US" dirty="0"/>
              <a:t> </a:t>
            </a:r>
            <a:r>
              <a:rPr lang="en-US" dirty="0" err="1"/>
              <a:t>والشركات</a:t>
            </a:r>
            <a:r>
              <a:rPr lang="en-US" dirty="0"/>
              <a:t> </a:t>
            </a:r>
            <a:r>
              <a:rPr lang="en-US" dirty="0" err="1"/>
              <a:t>التابعة</a:t>
            </a:r>
            <a:r>
              <a:rPr lang="en-US" dirty="0"/>
              <a:t> </a:t>
            </a:r>
            <a:r>
              <a:rPr lang="en-US" dirty="0" err="1"/>
              <a:t>للقطاع</a:t>
            </a:r>
            <a:r>
              <a:rPr lang="en-US" dirty="0"/>
              <a:t> </a:t>
            </a:r>
            <a:r>
              <a:rPr lang="en-US" dirty="0" err="1"/>
              <a:t>العام</a:t>
            </a:r>
            <a:r>
              <a:rPr lang="en-US" dirty="0"/>
              <a:t>، </a:t>
            </a:r>
            <a:r>
              <a:rPr lang="en-US" dirty="0" err="1"/>
              <a:t>من</a:t>
            </a:r>
            <a:r>
              <a:rPr lang="en-US" dirty="0"/>
              <a:t> </a:t>
            </a:r>
            <a:r>
              <a:rPr lang="en-US" dirty="0" err="1"/>
              <a:t>خلال</a:t>
            </a:r>
            <a:r>
              <a:rPr lang="en-US" dirty="0"/>
              <a:t> </a:t>
            </a:r>
            <a:r>
              <a:rPr lang="en-US" dirty="0" err="1"/>
              <a:t>بناء</a:t>
            </a:r>
            <a:r>
              <a:rPr lang="en-US" dirty="0"/>
              <a:t> </a:t>
            </a:r>
            <a:r>
              <a:rPr lang="en-US" dirty="0" err="1"/>
              <a:t>حضور</a:t>
            </a:r>
            <a:r>
              <a:rPr lang="en-US" dirty="0"/>
              <a:t> </a:t>
            </a:r>
            <a:r>
              <a:rPr lang="en-US" dirty="0" err="1"/>
              <a:t>رقمي</a:t>
            </a:r>
            <a:r>
              <a:rPr lang="en-US" dirty="0"/>
              <a:t> </a:t>
            </a:r>
            <a:r>
              <a:rPr lang="en-US" dirty="0" err="1"/>
              <a:t>احترافي</a:t>
            </a:r>
            <a:r>
              <a:rPr lang="en-US" dirty="0"/>
              <a:t> </a:t>
            </a:r>
            <a:r>
              <a:rPr lang="en-US" dirty="0" err="1"/>
              <a:t>وشفاف</a:t>
            </a:r>
            <a:r>
              <a:rPr lang="en-US" dirty="0"/>
              <a:t> </a:t>
            </a:r>
            <a:r>
              <a:rPr lang="en-US" dirty="0" err="1"/>
              <a:t>يعكس</a:t>
            </a:r>
            <a:r>
              <a:rPr lang="en-US" dirty="0"/>
              <a:t> </a:t>
            </a:r>
            <a:r>
              <a:rPr lang="en-US" dirty="0" err="1"/>
              <a:t>خبرتها</a:t>
            </a:r>
            <a:r>
              <a:rPr lang="en-US" dirty="0"/>
              <a:t>، </a:t>
            </a:r>
            <a:r>
              <a:rPr lang="en-US" dirty="0" err="1"/>
              <a:t>كفاءتها</a:t>
            </a:r>
            <a:r>
              <a:rPr lang="en-US" dirty="0"/>
              <a:t>، </a:t>
            </a:r>
            <a:r>
              <a:rPr lang="en-US" dirty="0" err="1"/>
              <a:t>وموثوقيتها</a:t>
            </a:r>
            <a:r>
              <a:rPr lang="en-US" dirty="0"/>
              <a:t>، </a:t>
            </a:r>
            <a:r>
              <a:rPr lang="en-US" dirty="0" err="1"/>
              <a:t>ويقدم</a:t>
            </a:r>
            <a:r>
              <a:rPr lang="en-US" dirty="0"/>
              <a:t> </a:t>
            </a:r>
            <a:r>
              <a:rPr lang="en-US" dirty="0" err="1"/>
              <a:t>للجمهور</a:t>
            </a:r>
            <a:r>
              <a:rPr lang="en-US" dirty="0"/>
              <a:t> </a:t>
            </a:r>
            <a:r>
              <a:rPr lang="en-US" dirty="0" err="1"/>
              <a:t>صورة</a:t>
            </a:r>
            <a:r>
              <a:rPr lang="en-US" dirty="0"/>
              <a:t> </a:t>
            </a:r>
            <a:r>
              <a:rPr lang="en-US" dirty="0" err="1"/>
              <a:t>واضحة</a:t>
            </a:r>
            <a:r>
              <a:rPr lang="en-US" dirty="0"/>
              <a:t> </a:t>
            </a:r>
            <a:r>
              <a:rPr lang="en-US" dirty="0" err="1"/>
              <a:t>عن</a:t>
            </a:r>
            <a:r>
              <a:rPr lang="en-US" dirty="0"/>
              <a:t> </a:t>
            </a:r>
            <a:r>
              <a:rPr lang="en-US" dirty="0" err="1"/>
              <a:t>طبيعة</a:t>
            </a:r>
            <a:r>
              <a:rPr lang="en-US" dirty="0"/>
              <a:t> </a:t>
            </a:r>
            <a:r>
              <a:rPr lang="en-US" dirty="0" err="1"/>
              <a:t>أعمالها</a:t>
            </a:r>
            <a:r>
              <a:rPr lang="en-US" dirty="0"/>
              <a:t> </a:t>
            </a:r>
            <a:r>
              <a:rPr lang="en-US" dirty="0" err="1"/>
              <a:t>والقيمة</a:t>
            </a:r>
            <a:r>
              <a:rPr lang="en-US" dirty="0"/>
              <a:t> </a:t>
            </a:r>
            <a:r>
              <a:rPr lang="en-US" dirty="0" err="1"/>
              <a:t>التي</a:t>
            </a:r>
            <a:r>
              <a:rPr lang="en-US" dirty="0"/>
              <a:t> </a:t>
            </a:r>
            <a:r>
              <a:rPr lang="en-US" dirty="0" err="1"/>
              <a:t>تضيفها</a:t>
            </a:r>
            <a:r>
              <a:rPr lang="en-US" dirty="0"/>
              <a:t> </a:t>
            </a:r>
            <a:r>
              <a:rPr lang="en-US" dirty="0" err="1"/>
              <a:t>إلى</a:t>
            </a:r>
            <a:r>
              <a:rPr lang="en-US" dirty="0"/>
              <a:t> </a:t>
            </a:r>
            <a:r>
              <a:rPr lang="en-US" dirty="0" err="1"/>
              <a:t>الأصول</a:t>
            </a:r>
            <a:r>
              <a:rPr lang="en-US" dirty="0"/>
              <a:t> </a:t>
            </a:r>
            <a:r>
              <a:rPr lang="en-US" dirty="0" err="1"/>
              <a:t>العقارية</a:t>
            </a:r>
            <a:r>
              <a:rPr lang="en-US" dirty="0"/>
              <a:t>.</a:t>
            </a:r>
          </a:p>
          <a:p>
            <a:endParaRPr lang="en-US" dirty="0"/>
          </a:p>
        </p:txBody>
      </p:sp>
      <p:sp>
        <p:nvSpPr>
          <p:cNvPr id="7" name="TextBox 6">
            <a:extLst>
              <a:ext uri="{FF2B5EF4-FFF2-40B4-BE49-F238E27FC236}">
                <a16:creationId xmlns:a16="http://schemas.microsoft.com/office/drawing/2014/main" id="{E3F6DF61-D1EA-162E-7F20-FADE67C29C86}"/>
              </a:ext>
            </a:extLst>
          </p:cNvPr>
          <p:cNvSpPr txBox="1"/>
          <p:nvPr/>
        </p:nvSpPr>
        <p:spPr>
          <a:xfrm>
            <a:off x="904009" y="4145716"/>
            <a:ext cx="6097384" cy="769441"/>
          </a:xfrm>
          <a:prstGeom prst="rect">
            <a:avLst/>
          </a:prstGeom>
          <a:noFill/>
        </p:spPr>
        <p:txBody>
          <a:bodyPr wrap="square">
            <a:spAutoFit/>
          </a:bodyPr>
          <a:lstStyle/>
          <a:p>
            <a:r>
              <a:rPr lang="en-US" sz="4400" b="1" dirty="0"/>
              <a:t>Slogan:</a:t>
            </a:r>
            <a:endParaRPr lang="en-US" b="1" dirty="0"/>
          </a:p>
        </p:txBody>
      </p:sp>
      <p:sp>
        <p:nvSpPr>
          <p:cNvPr id="9" name="TextBox 8">
            <a:extLst>
              <a:ext uri="{FF2B5EF4-FFF2-40B4-BE49-F238E27FC236}">
                <a16:creationId xmlns:a16="http://schemas.microsoft.com/office/drawing/2014/main" id="{4EF5BF44-EF7B-B34A-56E4-FACA17363074}"/>
              </a:ext>
            </a:extLst>
          </p:cNvPr>
          <p:cNvSpPr txBox="1"/>
          <p:nvPr/>
        </p:nvSpPr>
        <p:spPr>
          <a:xfrm>
            <a:off x="904009" y="4915157"/>
            <a:ext cx="10383982" cy="1384995"/>
          </a:xfrm>
          <a:prstGeom prst="rect">
            <a:avLst/>
          </a:prstGeom>
          <a:noFill/>
        </p:spPr>
        <p:txBody>
          <a:bodyPr wrap="square">
            <a:spAutoFit/>
          </a:bodyPr>
          <a:lstStyle/>
          <a:p>
            <a:pPr marL="457200" indent="-457200" algn="r" rtl="1">
              <a:buFont typeface="Arial" panose="020B0604020202020204" pitchFamily="34" charset="0"/>
              <a:buChar char="•"/>
            </a:pPr>
            <a:r>
              <a:rPr lang="en-US" sz="2800" dirty="0" err="1"/>
              <a:t>خبرة</a:t>
            </a:r>
            <a:r>
              <a:rPr lang="en-US" sz="2800" dirty="0"/>
              <a:t> </a:t>
            </a:r>
            <a:r>
              <a:rPr lang="en-US" sz="2800" dirty="0" err="1"/>
              <a:t>بحجم</a:t>
            </a:r>
            <a:r>
              <a:rPr lang="en-US" sz="2800" dirty="0"/>
              <a:t> </a:t>
            </a:r>
            <a:r>
              <a:rPr lang="en-US" sz="2800" dirty="0" err="1"/>
              <a:t>الأص</a:t>
            </a:r>
            <a:r>
              <a:rPr lang="ar-EG" sz="2800" dirty="0"/>
              <a:t>ل</a:t>
            </a:r>
          </a:p>
          <a:p>
            <a:pPr marL="457200" indent="-457200" algn="r" rtl="1">
              <a:buFont typeface="Arial" panose="020B0604020202020204" pitchFamily="34" charset="0"/>
              <a:buChar char="•"/>
            </a:pPr>
            <a:r>
              <a:rPr lang="en-US" sz="2800" dirty="0" err="1"/>
              <a:t>قيمة</a:t>
            </a:r>
            <a:r>
              <a:rPr lang="en-US" sz="2800" dirty="0"/>
              <a:t> </a:t>
            </a:r>
            <a:r>
              <a:rPr lang="en-US" sz="2800" dirty="0" err="1"/>
              <a:t>عقارية</a:t>
            </a:r>
            <a:r>
              <a:rPr lang="en-US" sz="2800" dirty="0"/>
              <a:t>.. </a:t>
            </a:r>
            <a:r>
              <a:rPr lang="en-US" sz="2800" dirty="0" err="1"/>
              <a:t>برؤية</a:t>
            </a:r>
            <a:r>
              <a:rPr lang="en-US" sz="2800" dirty="0"/>
              <a:t> </a:t>
            </a:r>
            <a:r>
              <a:rPr lang="en-US" sz="2800" dirty="0" err="1"/>
              <a:t>مؤسسية</a:t>
            </a:r>
            <a:r>
              <a:rPr lang="en-US" sz="2800" dirty="0"/>
              <a:t>.</a:t>
            </a:r>
            <a:endParaRPr lang="ar-EG" sz="2800" dirty="0"/>
          </a:p>
          <a:p>
            <a:pPr marL="457200" indent="-457200" algn="r" rtl="1">
              <a:buFont typeface="Arial" panose="020B0604020202020204" pitchFamily="34" charset="0"/>
              <a:buChar char="•"/>
            </a:pPr>
            <a:r>
              <a:rPr lang="en-US" sz="2800" dirty="0" err="1"/>
              <a:t>ثقة</a:t>
            </a:r>
            <a:r>
              <a:rPr lang="en-US" sz="2800" dirty="0"/>
              <a:t> </a:t>
            </a:r>
            <a:r>
              <a:rPr lang="en-US" sz="2800" dirty="0" err="1"/>
              <a:t>مؤسسية</a:t>
            </a:r>
            <a:r>
              <a:rPr lang="en-US" sz="2800" dirty="0"/>
              <a:t>.. </a:t>
            </a:r>
            <a:r>
              <a:rPr lang="en-US" sz="2800" dirty="0" err="1"/>
              <a:t>لقيمة</a:t>
            </a:r>
            <a:r>
              <a:rPr lang="en-US" sz="2800" dirty="0"/>
              <a:t> </a:t>
            </a:r>
            <a:r>
              <a:rPr lang="en-US" sz="2800" dirty="0" err="1"/>
              <a:t>عقارية</a:t>
            </a:r>
            <a:r>
              <a:rPr lang="en-US" sz="2800" dirty="0"/>
              <a:t> </a:t>
            </a:r>
            <a:r>
              <a:rPr lang="en-US" sz="2800" dirty="0" err="1"/>
              <a:t>مستدامة</a:t>
            </a:r>
            <a:r>
              <a:rPr lang="en-US" sz="2800" dirty="0"/>
              <a:t>.</a:t>
            </a:r>
          </a:p>
        </p:txBody>
      </p:sp>
    </p:spTree>
    <p:extLst>
      <p:ext uri="{BB962C8B-B14F-4D97-AF65-F5344CB8AC3E}">
        <p14:creationId xmlns:p14="http://schemas.microsoft.com/office/powerpoint/2010/main" val="26738807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A1316-1BDB-2AF2-D27C-8008FDD487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66735A-5BEE-F431-E860-C34E0BD5E1AD}"/>
              </a:ext>
            </a:extLst>
          </p:cNvPr>
          <p:cNvSpPr>
            <a:spLocks noGrp="1"/>
          </p:cNvSpPr>
          <p:nvPr>
            <p:ph type="title"/>
          </p:nvPr>
        </p:nvSpPr>
        <p:spPr/>
        <p:txBody>
          <a:bodyPr/>
          <a:lstStyle/>
          <a:p>
            <a:r>
              <a:rPr lang="en-US" b="1" dirty="0"/>
              <a:t>Content Pillars:</a:t>
            </a:r>
          </a:p>
        </p:txBody>
      </p:sp>
      <p:sp>
        <p:nvSpPr>
          <p:cNvPr id="3" name="Content Placeholder 2">
            <a:extLst>
              <a:ext uri="{FF2B5EF4-FFF2-40B4-BE49-F238E27FC236}">
                <a16:creationId xmlns:a16="http://schemas.microsoft.com/office/drawing/2014/main" id="{57C3218F-4900-1BD4-DC58-1542428EBB1D}"/>
              </a:ext>
            </a:extLst>
          </p:cNvPr>
          <p:cNvSpPr>
            <a:spLocks noGrp="1"/>
          </p:cNvSpPr>
          <p:nvPr>
            <p:ph idx="1"/>
          </p:nvPr>
        </p:nvSpPr>
        <p:spPr>
          <a:xfrm>
            <a:off x="838200" y="1459865"/>
            <a:ext cx="10515600" cy="4351338"/>
          </a:xfrm>
        </p:spPr>
        <p:txBody>
          <a:bodyPr/>
          <a:lstStyle/>
          <a:p>
            <a:pPr lvl="0" algn="r" rtl="1"/>
            <a:r>
              <a:rPr lang="en-US" b="1" dirty="0" err="1"/>
              <a:t>محتوى</a:t>
            </a:r>
            <a:r>
              <a:rPr lang="en-US" b="1" dirty="0"/>
              <a:t> </a:t>
            </a:r>
            <a:r>
              <a:rPr lang="en-US" b="1" dirty="0" err="1"/>
              <a:t>توعوي</a:t>
            </a:r>
            <a:r>
              <a:rPr lang="en-US" dirty="0"/>
              <a:t> </a:t>
            </a:r>
          </a:p>
          <a:p>
            <a:pPr lvl="0" algn="r" rtl="1"/>
            <a:r>
              <a:rPr lang="en-US" b="1" dirty="0" err="1"/>
              <a:t>محتوى</a:t>
            </a:r>
            <a:r>
              <a:rPr lang="en-US" b="1" dirty="0"/>
              <a:t> </a:t>
            </a:r>
            <a:r>
              <a:rPr lang="en-US" b="1" dirty="0" err="1"/>
              <a:t>يستعرض</a:t>
            </a:r>
            <a:r>
              <a:rPr lang="en-US" b="1" dirty="0"/>
              <a:t> </a:t>
            </a:r>
            <a:r>
              <a:rPr lang="en-US" b="1" dirty="0" err="1"/>
              <a:t>الأعمال</a:t>
            </a:r>
            <a:r>
              <a:rPr lang="en-US" b="1" dirty="0"/>
              <a:t> </a:t>
            </a:r>
            <a:r>
              <a:rPr lang="en-US" b="1" dirty="0" err="1"/>
              <a:t>والمشروعات</a:t>
            </a:r>
            <a:r>
              <a:rPr lang="en-US" b="1" dirty="0"/>
              <a:t> </a:t>
            </a:r>
            <a:r>
              <a:rPr lang="en-US" b="1" dirty="0" err="1"/>
              <a:t>السابقة</a:t>
            </a:r>
            <a:r>
              <a:rPr lang="en-US" b="1" dirty="0"/>
              <a:t> </a:t>
            </a:r>
            <a:r>
              <a:rPr lang="en-US" b="1" dirty="0" err="1"/>
              <a:t>للشركة</a:t>
            </a:r>
            <a:r>
              <a:rPr lang="en-US" dirty="0"/>
              <a:t> </a:t>
            </a:r>
          </a:p>
          <a:p>
            <a:pPr lvl="0" algn="r" rtl="1"/>
            <a:r>
              <a:rPr lang="en-US" b="1" dirty="0" err="1"/>
              <a:t>محتوى</a:t>
            </a:r>
            <a:r>
              <a:rPr lang="en-US" b="1" dirty="0"/>
              <a:t> </a:t>
            </a:r>
            <a:r>
              <a:rPr lang="en-US" b="1" dirty="0" err="1"/>
              <a:t>تعريفي</a:t>
            </a:r>
            <a:r>
              <a:rPr lang="en-US" b="1" dirty="0"/>
              <a:t> </a:t>
            </a:r>
            <a:r>
              <a:rPr lang="en-US" b="1" dirty="0" err="1"/>
              <a:t>بأعضاء</a:t>
            </a:r>
            <a:r>
              <a:rPr lang="en-US" b="1" dirty="0"/>
              <a:t> </a:t>
            </a:r>
            <a:r>
              <a:rPr lang="en-US" b="1" dirty="0" err="1"/>
              <a:t>مجلس</a:t>
            </a:r>
            <a:r>
              <a:rPr lang="en-US" b="1" dirty="0"/>
              <a:t> </a:t>
            </a:r>
            <a:r>
              <a:rPr lang="en-US" b="1" dirty="0" err="1"/>
              <a:t>الإدارة</a:t>
            </a:r>
            <a:r>
              <a:rPr lang="en-US" b="1" dirty="0"/>
              <a:t> </a:t>
            </a:r>
            <a:r>
              <a:rPr lang="en-US" b="1" dirty="0" err="1"/>
              <a:t>والأعضاء</a:t>
            </a:r>
            <a:r>
              <a:rPr lang="en-US" b="1" dirty="0"/>
              <a:t> </a:t>
            </a:r>
            <a:r>
              <a:rPr lang="en-US" b="1" dirty="0" err="1"/>
              <a:t>المنتدبين</a:t>
            </a:r>
            <a:r>
              <a:rPr lang="en-US" b="1" dirty="0"/>
              <a:t> </a:t>
            </a:r>
            <a:r>
              <a:rPr lang="en-US" b="1" dirty="0" err="1"/>
              <a:t>للشركة</a:t>
            </a:r>
            <a:r>
              <a:rPr lang="en-US" b="1" dirty="0"/>
              <a:t> </a:t>
            </a:r>
            <a:r>
              <a:rPr lang="en-US" b="1" dirty="0" err="1"/>
              <a:t>في</a:t>
            </a:r>
            <a:r>
              <a:rPr lang="en-US" b="1" dirty="0"/>
              <a:t> </a:t>
            </a:r>
            <a:r>
              <a:rPr lang="en-US" b="1" dirty="0" err="1"/>
              <a:t>المرحلة</a:t>
            </a:r>
            <a:r>
              <a:rPr lang="en-US" b="1" dirty="0"/>
              <a:t> </a:t>
            </a:r>
            <a:r>
              <a:rPr lang="en-US" b="1" dirty="0" err="1"/>
              <a:t>الأولى</a:t>
            </a:r>
            <a:r>
              <a:rPr lang="en-US" dirty="0"/>
              <a:t> </a:t>
            </a:r>
          </a:p>
          <a:p>
            <a:pPr lvl="0" algn="r" rtl="1"/>
            <a:r>
              <a:rPr lang="en-US" b="1" dirty="0" err="1"/>
              <a:t>محتوى</a:t>
            </a:r>
            <a:r>
              <a:rPr lang="en-US" b="1" dirty="0"/>
              <a:t> </a:t>
            </a:r>
            <a:r>
              <a:rPr lang="en-US" b="1" dirty="0" err="1"/>
              <a:t>بيعي</a:t>
            </a:r>
            <a:r>
              <a:rPr lang="en-US" b="1" dirty="0"/>
              <a:t> </a:t>
            </a:r>
            <a:r>
              <a:rPr lang="en-US" b="1" dirty="0" err="1"/>
              <a:t>وتسويقي</a:t>
            </a:r>
            <a:r>
              <a:rPr lang="en-US" dirty="0"/>
              <a:t> </a:t>
            </a:r>
            <a:r>
              <a:rPr lang="en-US" i="1" dirty="0"/>
              <a:t>)</a:t>
            </a:r>
            <a:r>
              <a:rPr lang="en-US" i="1" dirty="0" err="1"/>
              <a:t>يتم</a:t>
            </a:r>
            <a:r>
              <a:rPr lang="en-US" i="1" dirty="0"/>
              <a:t> </a:t>
            </a:r>
            <a:r>
              <a:rPr lang="en-US" i="1" dirty="0" err="1"/>
              <a:t>التركيز</a:t>
            </a:r>
            <a:r>
              <a:rPr lang="en-US" i="1" dirty="0"/>
              <a:t> </a:t>
            </a:r>
            <a:r>
              <a:rPr lang="en-US" i="1" dirty="0" err="1"/>
              <a:t>عليه</a:t>
            </a:r>
            <a:r>
              <a:rPr lang="en-US" i="1" dirty="0"/>
              <a:t> </a:t>
            </a:r>
            <a:r>
              <a:rPr lang="en-US" i="1" dirty="0" err="1"/>
              <a:t>في</a:t>
            </a:r>
            <a:r>
              <a:rPr lang="en-US" i="1" dirty="0"/>
              <a:t> </a:t>
            </a:r>
            <a:r>
              <a:rPr lang="en-US" i="1" dirty="0" err="1"/>
              <a:t>المرحلة</a:t>
            </a:r>
            <a:r>
              <a:rPr lang="en-US" i="1" dirty="0"/>
              <a:t> </a:t>
            </a:r>
            <a:r>
              <a:rPr lang="en-US" i="1" dirty="0" err="1"/>
              <a:t>التالية</a:t>
            </a:r>
            <a:r>
              <a:rPr lang="en-US" i="1" dirty="0"/>
              <a:t> </a:t>
            </a:r>
            <a:r>
              <a:rPr lang="en-US" i="1" dirty="0" err="1"/>
              <a:t>من</a:t>
            </a:r>
            <a:r>
              <a:rPr lang="en-US" i="1" dirty="0"/>
              <a:t> </a:t>
            </a:r>
            <a:r>
              <a:rPr lang="en-US" i="1" dirty="0" err="1"/>
              <a:t>الحملة</a:t>
            </a:r>
            <a:r>
              <a:rPr lang="en-US" i="1" dirty="0"/>
              <a:t>(</a:t>
            </a:r>
            <a:endParaRPr lang="ar-EG" i="1" dirty="0"/>
          </a:p>
          <a:p>
            <a:pPr lvl="0" algn="r" rtl="1"/>
            <a:r>
              <a:rPr lang="en-US" b="1" dirty="0" err="1"/>
              <a:t>لحملات</a:t>
            </a:r>
            <a:r>
              <a:rPr lang="en-US" b="1" dirty="0"/>
              <a:t> </a:t>
            </a:r>
            <a:r>
              <a:rPr lang="en-US" b="1" dirty="0" err="1"/>
              <a:t>الإعلانية</a:t>
            </a:r>
            <a:r>
              <a:rPr lang="en-US" b="1" dirty="0"/>
              <a:t> </a:t>
            </a:r>
            <a:r>
              <a:rPr lang="en-US" b="1" dirty="0" err="1"/>
              <a:t>المدفوعة</a:t>
            </a:r>
            <a:r>
              <a:rPr lang="en-US" b="1" dirty="0"/>
              <a:t> )</a:t>
            </a:r>
            <a:r>
              <a:rPr lang="en-US" i="1" dirty="0" err="1"/>
              <a:t>سيتم</a:t>
            </a:r>
            <a:r>
              <a:rPr lang="en-US" i="1" dirty="0"/>
              <a:t> </a:t>
            </a:r>
            <a:r>
              <a:rPr lang="en-US" i="1" dirty="0" err="1"/>
              <a:t>العمل</a:t>
            </a:r>
            <a:r>
              <a:rPr lang="en-US" i="1" dirty="0"/>
              <a:t> </a:t>
            </a:r>
            <a:r>
              <a:rPr lang="en-US" i="1" dirty="0" err="1"/>
              <a:t>عليه</a:t>
            </a:r>
            <a:r>
              <a:rPr lang="en-US" i="1" dirty="0"/>
              <a:t> </a:t>
            </a:r>
            <a:r>
              <a:rPr lang="en-US" i="1" dirty="0" err="1"/>
              <a:t>أيضًا</a:t>
            </a:r>
            <a:r>
              <a:rPr lang="en-US" i="1" dirty="0"/>
              <a:t> </a:t>
            </a:r>
            <a:r>
              <a:rPr lang="en-US" i="1" dirty="0" err="1"/>
              <a:t>في</a:t>
            </a:r>
            <a:r>
              <a:rPr lang="en-US" i="1" dirty="0"/>
              <a:t> </a:t>
            </a:r>
            <a:r>
              <a:rPr lang="en-US" i="1" dirty="0" err="1"/>
              <a:t>المرحلة</a:t>
            </a:r>
            <a:r>
              <a:rPr lang="en-US" i="1" dirty="0"/>
              <a:t> </a:t>
            </a:r>
            <a:r>
              <a:rPr lang="en-US" i="1" dirty="0" err="1"/>
              <a:t>التالية</a:t>
            </a:r>
            <a:r>
              <a:rPr lang="en-US" i="1" dirty="0"/>
              <a:t> </a:t>
            </a:r>
            <a:r>
              <a:rPr lang="en-US" i="1" dirty="0" err="1"/>
              <a:t>من</a:t>
            </a:r>
            <a:r>
              <a:rPr lang="en-US" i="1" dirty="0"/>
              <a:t> </a:t>
            </a:r>
            <a:r>
              <a:rPr lang="en-US" i="1" dirty="0" err="1"/>
              <a:t>الحملة</a:t>
            </a:r>
            <a:r>
              <a:rPr lang="en-US" i="1" dirty="0"/>
              <a:t>(</a:t>
            </a:r>
            <a:endParaRPr lang="ar-EG" i="1" dirty="0"/>
          </a:p>
          <a:p>
            <a:pPr lvl="0" algn="r" rtl="1"/>
            <a:r>
              <a:rPr lang="ar-EG" i="1" dirty="0"/>
              <a:t>محتوى تفاعلى</a:t>
            </a:r>
            <a:endParaRPr lang="en-US" dirty="0"/>
          </a:p>
        </p:txBody>
      </p:sp>
    </p:spTree>
    <p:extLst>
      <p:ext uri="{BB962C8B-B14F-4D97-AF65-F5344CB8AC3E}">
        <p14:creationId xmlns:p14="http://schemas.microsoft.com/office/powerpoint/2010/main" val="4445681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BAFA6-497B-34FE-8C6C-5C173C7D2F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822621-30CF-951C-1A95-4746127942C1}"/>
              </a:ext>
            </a:extLst>
          </p:cNvPr>
          <p:cNvSpPr>
            <a:spLocks noGrp="1"/>
          </p:cNvSpPr>
          <p:nvPr>
            <p:ph type="title"/>
          </p:nvPr>
        </p:nvSpPr>
        <p:spPr>
          <a:xfrm>
            <a:off x="838200" y="365125"/>
            <a:ext cx="10515600" cy="964911"/>
          </a:xfrm>
        </p:spPr>
        <p:txBody>
          <a:bodyPr/>
          <a:lstStyle/>
          <a:p>
            <a:r>
              <a:rPr lang="en-US" b="1" dirty="0"/>
              <a:t>Content Format:</a:t>
            </a:r>
          </a:p>
        </p:txBody>
      </p:sp>
      <p:sp>
        <p:nvSpPr>
          <p:cNvPr id="3" name="Content Placeholder 2">
            <a:extLst>
              <a:ext uri="{FF2B5EF4-FFF2-40B4-BE49-F238E27FC236}">
                <a16:creationId xmlns:a16="http://schemas.microsoft.com/office/drawing/2014/main" id="{A42E3A36-C8E2-8A12-FC5D-1BDC8994869D}"/>
              </a:ext>
            </a:extLst>
          </p:cNvPr>
          <p:cNvSpPr>
            <a:spLocks noGrp="1"/>
          </p:cNvSpPr>
          <p:nvPr>
            <p:ph idx="1"/>
          </p:nvPr>
        </p:nvSpPr>
        <p:spPr>
          <a:xfrm>
            <a:off x="838200" y="1330035"/>
            <a:ext cx="10515600" cy="4962700"/>
          </a:xfrm>
        </p:spPr>
        <p:txBody>
          <a:bodyPr>
            <a:normAutofit fontScale="85000" lnSpcReduction="20000"/>
          </a:bodyPr>
          <a:lstStyle/>
          <a:p>
            <a:r>
              <a:rPr lang="en-US" dirty="0"/>
              <a:t>Static posts</a:t>
            </a:r>
          </a:p>
          <a:p>
            <a:r>
              <a:rPr lang="en-US" dirty="0"/>
              <a:t>Reels</a:t>
            </a:r>
          </a:p>
          <a:p>
            <a:r>
              <a:rPr lang="en-US" dirty="0"/>
              <a:t>Carousels</a:t>
            </a:r>
          </a:p>
          <a:p>
            <a:r>
              <a:rPr lang="en-US" dirty="0"/>
              <a:t>Stories</a:t>
            </a:r>
          </a:p>
          <a:p>
            <a:r>
              <a:rPr lang="en-US" dirty="0"/>
              <a:t>VO Reels</a:t>
            </a:r>
            <a:endParaRPr lang="ar-EG" dirty="0"/>
          </a:p>
          <a:p>
            <a:pPr marL="0" indent="0">
              <a:buNone/>
            </a:pPr>
            <a:endParaRPr lang="ar-EG" dirty="0"/>
          </a:p>
          <a:p>
            <a:pPr marL="0" indent="0">
              <a:buNone/>
            </a:pPr>
            <a:r>
              <a:rPr lang="en-US" sz="4000" b="1" dirty="0"/>
              <a:t>Tone Of Voice:</a:t>
            </a:r>
            <a:endParaRPr lang="ar-EG" sz="4000" b="1" dirty="0"/>
          </a:p>
          <a:p>
            <a:pPr marL="0" indent="0">
              <a:buNone/>
            </a:pPr>
            <a:endParaRPr lang="ar-EG" sz="4000" b="1" dirty="0"/>
          </a:p>
          <a:p>
            <a:r>
              <a:rPr lang="en-US" dirty="0"/>
              <a:t>Professional – </a:t>
            </a:r>
            <a:r>
              <a:rPr lang="ar-EG" dirty="0"/>
              <a:t>مهنى</a:t>
            </a:r>
          </a:p>
          <a:p>
            <a:r>
              <a:rPr lang="en-US" dirty="0"/>
              <a:t>Trustworthy – </a:t>
            </a:r>
            <a:r>
              <a:rPr lang="en-US" dirty="0" err="1"/>
              <a:t>موثوق</a:t>
            </a:r>
            <a:endParaRPr lang="ar-EG" dirty="0"/>
          </a:p>
          <a:p>
            <a:r>
              <a:rPr lang="en-US" dirty="0"/>
              <a:t>Approachable – </a:t>
            </a:r>
            <a:r>
              <a:rPr lang="en-US" dirty="0" err="1"/>
              <a:t>قريب</a:t>
            </a:r>
            <a:r>
              <a:rPr lang="en-US" dirty="0"/>
              <a:t> </a:t>
            </a:r>
            <a:r>
              <a:rPr lang="en-US" dirty="0" err="1"/>
              <a:t>وسهل</a:t>
            </a:r>
            <a:r>
              <a:rPr lang="en-US" dirty="0"/>
              <a:t> </a:t>
            </a:r>
            <a:r>
              <a:rPr lang="en-US" dirty="0" err="1"/>
              <a:t>الفهم</a:t>
            </a:r>
            <a:endParaRPr lang="ar-EG" dirty="0"/>
          </a:p>
          <a:p>
            <a:r>
              <a:rPr lang="en-US" dirty="0"/>
              <a:t>Solution-Oriented – </a:t>
            </a:r>
            <a:r>
              <a:rPr lang="en-US" dirty="0" err="1"/>
              <a:t>يركز</a:t>
            </a:r>
            <a:r>
              <a:rPr lang="en-US" dirty="0"/>
              <a:t> </a:t>
            </a:r>
            <a:r>
              <a:rPr lang="en-US" dirty="0" err="1"/>
              <a:t>على</a:t>
            </a:r>
            <a:r>
              <a:rPr lang="en-US" dirty="0"/>
              <a:t> </a:t>
            </a:r>
            <a:r>
              <a:rPr lang="en-US" dirty="0" err="1"/>
              <a:t>الحلول</a:t>
            </a:r>
            <a:endParaRPr lang="en-US" dirty="0"/>
          </a:p>
        </p:txBody>
      </p:sp>
    </p:spTree>
    <p:extLst>
      <p:ext uri="{BB962C8B-B14F-4D97-AF65-F5344CB8AC3E}">
        <p14:creationId xmlns:p14="http://schemas.microsoft.com/office/powerpoint/2010/main" val="31956479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158E22-2032-72E7-752A-5ED251D26A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AE4246-5028-4380-2F87-89C8F816BF2E}"/>
              </a:ext>
            </a:extLst>
          </p:cNvPr>
          <p:cNvSpPr>
            <a:spLocks noGrp="1"/>
          </p:cNvSpPr>
          <p:nvPr>
            <p:ph type="title"/>
          </p:nvPr>
        </p:nvSpPr>
        <p:spPr/>
        <p:txBody>
          <a:bodyPr/>
          <a:lstStyle/>
          <a:p>
            <a:r>
              <a:rPr lang="en-US" b="1" dirty="0"/>
              <a:t>Timeline:</a:t>
            </a:r>
          </a:p>
        </p:txBody>
      </p:sp>
      <p:sp>
        <p:nvSpPr>
          <p:cNvPr id="3" name="Content Placeholder 2">
            <a:extLst>
              <a:ext uri="{FF2B5EF4-FFF2-40B4-BE49-F238E27FC236}">
                <a16:creationId xmlns:a16="http://schemas.microsoft.com/office/drawing/2014/main" id="{B2971E64-8899-6D80-7383-87D1C75CA4B4}"/>
              </a:ext>
            </a:extLst>
          </p:cNvPr>
          <p:cNvSpPr>
            <a:spLocks noGrp="1"/>
          </p:cNvSpPr>
          <p:nvPr>
            <p:ph idx="1"/>
          </p:nvPr>
        </p:nvSpPr>
        <p:spPr/>
        <p:txBody>
          <a:bodyPr>
            <a:normAutofit fontScale="77500" lnSpcReduction="20000"/>
          </a:bodyPr>
          <a:lstStyle/>
          <a:p>
            <a:pPr algn="r" rtl="1"/>
            <a:r>
              <a:rPr lang="en-US" dirty="0" err="1"/>
              <a:t>المرحلة</a:t>
            </a:r>
            <a:r>
              <a:rPr lang="en-US" dirty="0"/>
              <a:t> </a:t>
            </a:r>
            <a:r>
              <a:rPr lang="en-US" dirty="0" err="1"/>
              <a:t>الأولى</a:t>
            </a:r>
            <a:r>
              <a:rPr lang="en-US" dirty="0"/>
              <a:t>: </a:t>
            </a:r>
            <a:r>
              <a:rPr lang="en-US" dirty="0" err="1"/>
              <a:t>مرحلة</a:t>
            </a:r>
            <a:r>
              <a:rPr lang="en-US" dirty="0"/>
              <a:t> </a:t>
            </a:r>
            <a:r>
              <a:rPr lang="en-US" dirty="0" err="1"/>
              <a:t>التوعية</a:t>
            </a:r>
            <a:r>
              <a:rPr lang="en-US" dirty="0"/>
              <a:t> Awareness Stage |</a:t>
            </a:r>
          </a:p>
          <a:p>
            <a:pPr marL="0" indent="0" algn="r" rtl="1">
              <a:buNone/>
            </a:pPr>
            <a:r>
              <a:rPr lang="en-US" dirty="0" err="1"/>
              <a:t>المدة</a:t>
            </a:r>
            <a:r>
              <a:rPr lang="en-US" dirty="0"/>
              <a:t>: 4 </a:t>
            </a:r>
            <a:r>
              <a:rPr lang="en-US" dirty="0" err="1"/>
              <a:t>أشهر</a:t>
            </a:r>
            <a:br>
              <a:rPr lang="en-US" dirty="0"/>
            </a:br>
            <a:r>
              <a:rPr lang="en-US" dirty="0" err="1"/>
              <a:t>تهدف</a:t>
            </a:r>
            <a:r>
              <a:rPr lang="en-US" dirty="0"/>
              <a:t> </a:t>
            </a:r>
            <a:r>
              <a:rPr lang="en-US" dirty="0" err="1"/>
              <a:t>إلى</a:t>
            </a:r>
            <a:r>
              <a:rPr lang="en-US" dirty="0"/>
              <a:t> </a:t>
            </a:r>
            <a:r>
              <a:rPr lang="en-US" dirty="0" err="1"/>
              <a:t>بناء</a:t>
            </a:r>
            <a:r>
              <a:rPr lang="en-US" dirty="0"/>
              <a:t> </a:t>
            </a:r>
            <a:r>
              <a:rPr lang="en-US" dirty="0" err="1"/>
              <a:t>الوعي</a:t>
            </a:r>
            <a:r>
              <a:rPr lang="en-US" dirty="0"/>
              <a:t> </a:t>
            </a:r>
            <a:r>
              <a:rPr lang="en-US" dirty="0" err="1"/>
              <a:t>بالعلامة</a:t>
            </a:r>
            <a:r>
              <a:rPr lang="en-US" dirty="0"/>
              <a:t> </a:t>
            </a:r>
            <a:r>
              <a:rPr lang="en-US" dirty="0" err="1"/>
              <a:t>التجارية</a:t>
            </a:r>
            <a:r>
              <a:rPr lang="en-US" dirty="0"/>
              <a:t> </a:t>
            </a:r>
            <a:r>
              <a:rPr lang="en-US" dirty="0" err="1"/>
              <a:t>وتعريف</a:t>
            </a:r>
            <a:r>
              <a:rPr lang="en-US" dirty="0"/>
              <a:t> </a:t>
            </a:r>
            <a:r>
              <a:rPr lang="en-US" dirty="0" err="1"/>
              <a:t>الجمهور</a:t>
            </a:r>
            <a:r>
              <a:rPr lang="en-US" dirty="0"/>
              <a:t> </a:t>
            </a:r>
            <a:r>
              <a:rPr lang="en-US" dirty="0" err="1"/>
              <a:t>المستهدف</a:t>
            </a:r>
            <a:r>
              <a:rPr lang="en-US" dirty="0"/>
              <a:t> </a:t>
            </a:r>
            <a:r>
              <a:rPr lang="en-US" dirty="0" err="1"/>
              <a:t>بالشركة</a:t>
            </a:r>
            <a:r>
              <a:rPr lang="en-US" dirty="0"/>
              <a:t>، </a:t>
            </a:r>
            <a:r>
              <a:rPr lang="en-US" dirty="0" err="1"/>
              <a:t>وطبيعة</a:t>
            </a:r>
            <a:r>
              <a:rPr lang="en-US" dirty="0"/>
              <a:t> </a:t>
            </a:r>
            <a:r>
              <a:rPr lang="en-US" dirty="0" err="1"/>
              <a:t>مجال</a:t>
            </a:r>
            <a:r>
              <a:rPr lang="en-US" dirty="0"/>
              <a:t> </a:t>
            </a:r>
            <a:r>
              <a:rPr lang="en-US" dirty="0" err="1"/>
              <a:t>عملها</a:t>
            </a:r>
            <a:r>
              <a:rPr lang="en-US" dirty="0"/>
              <a:t>، </a:t>
            </a:r>
            <a:r>
              <a:rPr lang="en-US" dirty="0" err="1"/>
              <a:t>وخدماتها</a:t>
            </a:r>
            <a:r>
              <a:rPr lang="en-US" dirty="0"/>
              <a:t>، </a:t>
            </a:r>
            <a:r>
              <a:rPr lang="en-US" dirty="0" err="1"/>
              <a:t>والقيمة</a:t>
            </a:r>
            <a:r>
              <a:rPr lang="en-US" dirty="0"/>
              <a:t> </a:t>
            </a:r>
            <a:r>
              <a:rPr lang="en-US" dirty="0" err="1"/>
              <a:t>التي</a:t>
            </a:r>
            <a:r>
              <a:rPr lang="en-US" dirty="0"/>
              <a:t> </a:t>
            </a:r>
            <a:r>
              <a:rPr lang="en-US" dirty="0" err="1"/>
              <a:t>تقدمها</a:t>
            </a:r>
            <a:r>
              <a:rPr lang="en-US" dirty="0"/>
              <a:t>.</a:t>
            </a:r>
            <a:endParaRPr lang="ar-EG" dirty="0"/>
          </a:p>
          <a:p>
            <a:pPr marL="0" indent="0" algn="r" rtl="1">
              <a:buNone/>
            </a:pPr>
            <a:endParaRPr lang="en-US" dirty="0"/>
          </a:p>
          <a:p>
            <a:pPr algn="r" rtl="1"/>
            <a:r>
              <a:rPr lang="en-US" dirty="0" err="1"/>
              <a:t>المرحلة</a:t>
            </a:r>
            <a:r>
              <a:rPr lang="en-US" dirty="0"/>
              <a:t> </a:t>
            </a:r>
            <a:r>
              <a:rPr lang="en-US" dirty="0" err="1"/>
              <a:t>الثانية</a:t>
            </a:r>
            <a:r>
              <a:rPr lang="en-US" dirty="0"/>
              <a:t>: </a:t>
            </a:r>
            <a:r>
              <a:rPr lang="en-US" dirty="0" err="1"/>
              <a:t>مرحلة</a:t>
            </a:r>
            <a:r>
              <a:rPr lang="en-US" dirty="0"/>
              <a:t> </a:t>
            </a:r>
            <a:r>
              <a:rPr lang="en-US" dirty="0" err="1"/>
              <a:t>التفاعل</a:t>
            </a:r>
            <a:r>
              <a:rPr lang="en-US" dirty="0"/>
              <a:t> Engagement Stage |</a:t>
            </a:r>
          </a:p>
          <a:p>
            <a:pPr marL="0" indent="0" algn="r" rtl="1">
              <a:buNone/>
            </a:pPr>
            <a:r>
              <a:rPr lang="en-US" dirty="0" err="1"/>
              <a:t>المدة</a:t>
            </a:r>
            <a:r>
              <a:rPr lang="en-US" dirty="0"/>
              <a:t>: 4 </a:t>
            </a:r>
            <a:r>
              <a:rPr lang="en-US" dirty="0" err="1"/>
              <a:t>أشهر</a:t>
            </a:r>
            <a:br>
              <a:rPr lang="en-US" dirty="0"/>
            </a:br>
            <a:r>
              <a:rPr lang="en-US" dirty="0" err="1"/>
              <a:t>تهدف</a:t>
            </a:r>
            <a:r>
              <a:rPr lang="en-US" dirty="0"/>
              <a:t> </a:t>
            </a:r>
            <a:r>
              <a:rPr lang="en-US" dirty="0" err="1"/>
              <a:t>إلى</a:t>
            </a:r>
            <a:r>
              <a:rPr lang="en-US" dirty="0"/>
              <a:t> </a:t>
            </a:r>
            <a:r>
              <a:rPr lang="en-US" dirty="0" err="1"/>
              <a:t>تعزيز</a:t>
            </a:r>
            <a:r>
              <a:rPr lang="en-US" dirty="0"/>
              <a:t> </a:t>
            </a:r>
            <a:r>
              <a:rPr lang="en-US" dirty="0" err="1"/>
              <a:t>تفاعل</a:t>
            </a:r>
            <a:r>
              <a:rPr lang="en-US" dirty="0"/>
              <a:t> </a:t>
            </a:r>
            <a:r>
              <a:rPr lang="en-US" dirty="0" err="1"/>
              <a:t>الجمهور</a:t>
            </a:r>
            <a:r>
              <a:rPr lang="en-US" dirty="0"/>
              <a:t> </a:t>
            </a:r>
            <a:r>
              <a:rPr lang="en-US" dirty="0" err="1"/>
              <a:t>مع</a:t>
            </a:r>
            <a:r>
              <a:rPr lang="en-US" dirty="0"/>
              <a:t> </a:t>
            </a:r>
            <a:r>
              <a:rPr lang="en-US" dirty="0" err="1"/>
              <a:t>العلامة</a:t>
            </a:r>
            <a:r>
              <a:rPr lang="en-US" dirty="0"/>
              <a:t> </a:t>
            </a:r>
            <a:r>
              <a:rPr lang="en-US" dirty="0" err="1"/>
              <a:t>التجارية</a:t>
            </a:r>
            <a:r>
              <a:rPr lang="en-US" dirty="0"/>
              <a:t>، </a:t>
            </a:r>
            <a:r>
              <a:rPr lang="en-US" dirty="0" err="1"/>
              <a:t>وبناء</a:t>
            </a:r>
            <a:r>
              <a:rPr lang="en-US" dirty="0"/>
              <a:t> </a:t>
            </a:r>
            <a:r>
              <a:rPr lang="en-US" dirty="0" err="1"/>
              <a:t>علاقة</a:t>
            </a:r>
            <a:r>
              <a:rPr lang="en-US" dirty="0"/>
              <a:t> </a:t>
            </a:r>
            <a:r>
              <a:rPr lang="en-US" dirty="0" err="1"/>
              <a:t>أقوى</a:t>
            </a:r>
            <a:r>
              <a:rPr lang="en-US" dirty="0"/>
              <a:t> </a:t>
            </a:r>
            <a:r>
              <a:rPr lang="en-US" dirty="0" err="1"/>
              <a:t>معه</a:t>
            </a:r>
            <a:r>
              <a:rPr lang="en-US" dirty="0"/>
              <a:t>، </a:t>
            </a:r>
            <a:r>
              <a:rPr lang="en-US" dirty="0" err="1"/>
              <a:t>وزيادة</a:t>
            </a:r>
            <a:r>
              <a:rPr lang="en-US" dirty="0"/>
              <a:t> </a:t>
            </a:r>
            <a:r>
              <a:rPr lang="en-US" dirty="0" err="1"/>
              <a:t>اهتمامه</a:t>
            </a:r>
            <a:r>
              <a:rPr lang="en-US" dirty="0"/>
              <a:t> </a:t>
            </a:r>
            <a:r>
              <a:rPr lang="en-US" dirty="0" err="1"/>
              <a:t>بخدمات</a:t>
            </a:r>
            <a:r>
              <a:rPr lang="en-US" dirty="0"/>
              <a:t> </a:t>
            </a:r>
            <a:r>
              <a:rPr lang="en-US" dirty="0" err="1"/>
              <a:t>الشركة</a:t>
            </a:r>
            <a:r>
              <a:rPr lang="en-US" dirty="0"/>
              <a:t> </a:t>
            </a:r>
            <a:r>
              <a:rPr lang="en-US" dirty="0" err="1"/>
              <a:t>وخبراتها</a:t>
            </a:r>
            <a:r>
              <a:rPr lang="en-US" dirty="0"/>
              <a:t>.</a:t>
            </a:r>
            <a:endParaRPr lang="ar-EG" dirty="0"/>
          </a:p>
          <a:p>
            <a:pPr marL="0" indent="0" algn="r" rtl="1">
              <a:buNone/>
            </a:pPr>
            <a:endParaRPr lang="en-US" dirty="0"/>
          </a:p>
          <a:p>
            <a:pPr algn="r" rtl="1"/>
            <a:r>
              <a:rPr lang="en-US" dirty="0" err="1"/>
              <a:t>المرحلة</a:t>
            </a:r>
            <a:r>
              <a:rPr lang="en-US" dirty="0"/>
              <a:t> </a:t>
            </a:r>
            <a:r>
              <a:rPr lang="en-US" dirty="0" err="1"/>
              <a:t>الثالثة</a:t>
            </a:r>
            <a:r>
              <a:rPr lang="en-US" dirty="0"/>
              <a:t>: </a:t>
            </a:r>
            <a:r>
              <a:rPr lang="en-US" dirty="0" err="1"/>
              <a:t>مرحلة</a:t>
            </a:r>
            <a:r>
              <a:rPr lang="en-US" dirty="0"/>
              <a:t> </a:t>
            </a:r>
            <a:r>
              <a:rPr lang="en-US" dirty="0" err="1"/>
              <a:t>المحتوى</a:t>
            </a:r>
            <a:r>
              <a:rPr lang="en-US" dirty="0"/>
              <a:t> </a:t>
            </a:r>
            <a:r>
              <a:rPr lang="en-US" dirty="0" err="1"/>
              <a:t>البيعي</a:t>
            </a:r>
            <a:r>
              <a:rPr lang="en-US" dirty="0"/>
              <a:t> Sales Stage |</a:t>
            </a:r>
          </a:p>
          <a:p>
            <a:pPr marL="0" indent="0" algn="r" rtl="1">
              <a:buNone/>
            </a:pPr>
            <a:r>
              <a:rPr lang="en-US" dirty="0" err="1"/>
              <a:t>المدة</a:t>
            </a:r>
            <a:r>
              <a:rPr lang="en-US" dirty="0"/>
              <a:t>: 4 </a:t>
            </a:r>
            <a:r>
              <a:rPr lang="en-US" dirty="0" err="1"/>
              <a:t>أشهر</a:t>
            </a:r>
            <a:br>
              <a:rPr lang="en-US" dirty="0"/>
            </a:br>
            <a:r>
              <a:rPr lang="en-US" dirty="0" err="1"/>
              <a:t>تهدف</a:t>
            </a:r>
            <a:r>
              <a:rPr lang="en-US" dirty="0"/>
              <a:t> </a:t>
            </a:r>
            <a:r>
              <a:rPr lang="en-US" dirty="0" err="1"/>
              <a:t>إلى</a:t>
            </a:r>
            <a:r>
              <a:rPr lang="en-US" dirty="0"/>
              <a:t> </a:t>
            </a:r>
            <a:r>
              <a:rPr lang="en-US" dirty="0" err="1"/>
              <a:t>تحويل</a:t>
            </a:r>
            <a:r>
              <a:rPr lang="en-US" dirty="0"/>
              <a:t> </a:t>
            </a:r>
            <a:r>
              <a:rPr lang="en-US" dirty="0" err="1"/>
              <a:t>الوعي</a:t>
            </a:r>
            <a:r>
              <a:rPr lang="en-US" dirty="0"/>
              <a:t> </a:t>
            </a:r>
            <a:r>
              <a:rPr lang="en-US" dirty="0" err="1"/>
              <a:t>والاهتمام</a:t>
            </a:r>
            <a:r>
              <a:rPr lang="en-US" dirty="0"/>
              <a:t> </a:t>
            </a:r>
            <a:r>
              <a:rPr lang="en-US" dirty="0" err="1"/>
              <a:t>إلى</a:t>
            </a:r>
            <a:r>
              <a:rPr lang="en-US" dirty="0"/>
              <a:t> </a:t>
            </a:r>
            <a:r>
              <a:rPr lang="en-US" dirty="0" err="1"/>
              <a:t>فرص</a:t>
            </a:r>
            <a:r>
              <a:rPr lang="en-US" dirty="0"/>
              <a:t> </a:t>
            </a:r>
            <a:r>
              <a:rPr lang="en-US" dirty="0" err="1"/>
              <a:t>تجارية</a:t>
            </a:r>
            <a:r>
              <a:rPr lang="en-US" dirty="0"/>
              <a:t> </a:t>
            </a:r>
            <a:r>
              <a:rPr lang="en-US" dirty="0" err="1"/>
              <a:t>فعلية</a:t>
            </a:r>
            <a:r>
              <a:rPr lang="en-US" dirty="0"/>
              <a:t> </a:t>
            </a:r>
            <a:r>
              <a:rPr lang="en-US" dirty="0" err="1"/>
              <a:t>من</a:t>
            </a:r>
            <a:r>
              <a:rPr lang="en-US" dirty="0"/>
              <a:t> </a:t>
            </a:r>
            <a:r>
              <a:rPr lang="en-US" dirty="0" err="1"/>
              <a:t>خلال</a:t>
            </a:r>
            <a:r>
              <a:rPr lang="en-US" dirty="0"/>
              <a:t> </a:t>
            </a:r>
            <a:r>
              <a:rPr lang="en-US" dirty="0" err="1"/>
              <a:t>التركيز</a:t>
            </a:r>
            <a:r>
              <a:rPr lang="en-US" dirty="0"/>
              <a:t> </a:t>
            </a:r>
            <a:r>
              <a:rPr lang="en-US" dirty="0" err="1"/>
              <a:t>على</a:t>
            </a:r>
            <a:r>
              <a:rPr lang="en-US" dirty="0"/>
              <a:t> </a:t>
            </a:r>
            <a:r>
              <a:rPr lang="en-US" dirty="0" err="1"/>
              <a:t>الخدمات</a:t>
            </a:r>
            <a:r>
              <a:rPr lang="en-US" dirty="0"/>
              <a:t>، </a:t>
            </a:r>
            <a:r>
              <a:rPr lang="en-US" dirty="0" err="1"/>
              <a:t>وإبراز</a:t>
            </a:r>
            <a:r>
              <a:rPr lang="en-US" dirty="0"/>
              <a:t> </a:t>
            </a:r>
            <a:r>
              <a:rPr lang="en-US" dirty="0" err="1"/>
              <a:t>قيمتها</a:t>
            </a:r>
            <a:r>
              <a:rPr lang="en-US" dirty="0"/>
              <a:t>، </a:t>
            </a:r>
            <a:r>
              <a:rPr lang="en-US" dirty="0" err="1"/>
              <a:t>واستهداف</a:t>
            </a:r>
            <a:r>
              <a:rPr lang="en-US" dirty="0"/>
              <a:t> </a:t>
            </a:r>
            <a:r>
              <a:rPr lang="en-US" dirty="0" err="1"/>
              <a:t>العملاء</a:t>
            </a:r>
            <a:r>
              <a:rPr lang="en-US" dirty="0"/>
              <a:t> </a:t>
            </a:r>
            <a:r>
              <a:rPr lang="en-US" dirty="0" err="1"/>
              <a:t>المحتملين</a:t>
            </a:r>
            <a:r>
              <a:rPr lang="en-US" dirty="0"/>
              <a:t>، </a:t>
            </a:r>
            <a:r>
              <a:rPr lang="en-US" dirty="0" err="1"/>
              <a:t>ودعم</a:t>
            </a:r>
            <a:r>
              <a:rPr lang="en-US" dirty="0"/>
              <a:t> </a:t>
            </a:r>
            <a:r>
              <a:rPr lang="en-US" dirty="0" err="1"/>
              <a:t>توليد</a:t>
            </a:r>
            <a:r>
              <a:rPr lang="en-US" dirty="0"/>
              <a:t> </a:t>
            </a:r>
            <a:r>
              <a:rPr lang="en-US" dirty="0" err="1"/>
              <a:t>الـLeads</a:t>
            </a:r>
            <a:r>
              <a:rPr lang="en-US" dirty="0"/>
              <a:t>.</a:t>
            </a:r>
          </a:p>
          <a:p>
            <a:endParaRPr lang="en-US" dirty="0"/>
          </a:p>
        </p:txBody>
      </p:sp>
    </p:spTree>
    <p:extLst>
      <p:ext uri="{BB962C8B-B14F-4D97-AF65-F5344CB8AC3E}">
        <p14:creationId xmlns:p14="http://schemas.microsoft.com/office/powerpoint/2010/main" val="32447299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EF373A-9FBA-5907-3F2A-1850AF6A2B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3C29CF-AF8F-E839-3480-3F2934537457}"/>
              </a:ext>
            </a:extLst>
          </p:cNvPr>
          <p:cNvSpPr>
            <a:spLocks noGrp="1"/>
          </p:cNvSpPr>
          <p:nvPr>
            <p:ph type="title"/>
          </p:nvPr>
        </p:nvSpPr>
        <p:spPr/>
        <p:txBody>
          <a:bodyPr/>
          <a:lstStyle/>
          <a:p>
            <a:r>
              <a:rPr lang="en-US" b="1" dirty="0"/>
              <a:t>KPIs And Measurements:</a:t>
            </a:r>
          </a:p>
        </p:txBody>
      </p:sp>
      <p:sp>
        <p:nvSpPr>
          <p:cNvPr id="3" name="Content Placeholder 2">
            <a:extLst>
              <a:ext uri="{FF2B5EF4-FFF2-40B4-BE49-F238E27FC236}">
                <a16:creationId xmlns:a16="http://schemas.microsoft.com/office/drawing/2014/main" id="{02CBAD80-4407-D586-F2C0-519134AC8FD9}"/>
              </a:ext>
            </a:extLst>
          </p:cNvPr>
          <p:cNvSpPr>
            <a:spLocks noGrp="1"/>
          </p:cNvSpPr>
          <p:nvPr>
            <p:ph idx="1"/>
          </p:nvPr>
        </p:nvSpPr>
        <p:spPr>
          <a:xfrm>
            <a:off x="838200" y="1346662"/>
            <a:ext cx="10515600" cy="4830301"/>
          </a:xfrm>
        </p:spPr>
        <p:txBody>
          <a:bodyPr>
            <a:normAutofit fontScale="77500" lnSpcReduction="20000"/>
          </a:bodyPr>
          <a:lstStyle/>
          <a:p>
            <a:pPr marL="514350" indent="-514350" algn="r" rtl="1">
              <a:buFont typeface="+mj-lt"/>
              <a:buAutoNum type="arabicPeriod"/>
            </a:pPr>
            <a:r>
              <a:rPr lang="en-US" b="1" dirty="0"/>
              <a:t> </a:t>
            </a:r>
            <a:r>
              <a:rPr lang="en-US" b="1" u="sng" dirty="0" err="1"/>
              <a:t>المرحلة</a:t>
            </a:r>
            <a:r>
              <a:rPr lang="en-US" b="1" u="sng" dirty="0"/>
              <a:t> </a:t>
            </a:r>
            <a:r>
              <a:rPr lang="en-US" b="1" u="sng" dirty="0" err="1"/>
              <a:t>الأولى</a:t>
            </a:r>
            <a:r>
              <a:rPr lang="en-US" b="1" u="sng" dirty="0"/>
              <a:t> — </a:t>
            </a:r>
            <a:r>
              <a:rPr lang="ar-EG" b="1" u="sng" dirty="0"/>
              <a:t> </a:t>
            </a:r>
            <a:r>
              <a:rPr lang="en-US" b="1" u="sng" dirty="0" err="1"/>
              <a:t>Awaraness</a:t>
            </a:r>
            <a:r>
              <a:rPr lang="ar-EG" b="1" u="sng" dirty="0"/>
              <a:t>:</a:t>
            </a:r>
            <a:endParaRPr lang="en-US" b="1" u="sng" dirty="0"/>
          </a:p>
          <a:p>
            <a:pPr algn="r" rtl="1"/>
            <a:r>
              <a:rPr lang="en-US" b="1" dirty="0" err="1"/>
              <a:t>الهدف</a:t>
            </a:r>
            <a:r>
              <a:rPr lang="en-US" b="1" dirty="0"/>
              <a:t>:</a:t>
            </a:r>
            <a:r>
              <a:rPr lang="en-US" dirty="0"/>
              <a:t> </a:t>
            </a:r>
            <a:r>
              <a:rPr lang="ar-EG" dirty="0"/>
              <a:t> </a:t>
            </a:r>
            <a:r>
              <a:rPr lang="en-US" dirty="0" err="1"/>
              <a:t>تعريف</a:t>
            </a:r>
            <a:r>
              <a:rPr lang="en-US" dirty="0"/>
              <a:t> </a:t>
            </a:r>
            <a:r>
              <a:rPr lang="en-US" dirty="0" err="1"/>
              <a:t>الجمهور</a:t>
            </a:r>
            <a:r>
              <a:rPr lang="en-US" dirty="0"/>
              <a:t> </a:t>
            </a:r>
            <a:r>
              <a:rPr lang="en-US" dirty="0" err="1"/>
              <a:t>بالشركة</a:t>
            </a:r>
            <a:r>
              <a:rPr lang="en-US" dirty="0"/>
              <a:t>، </a:t>
            </a:r>
            <a:r>
              <a:rPr lang="en-US" dirty="0" err="1"/>
              <a:t>بالمجال</a:t>
            </a:r>
            <a:r>
              <a:rPr lang="en-US" dirty="0"/>
              <a:t>، </a:t>
            </a:r>
            <a:r>
              <a:rPr lang="en-US" dirty="0" err="1"/>
              <a:t>وبالخدمات</a:t>
            </a:r>
            <a:r>
              <a:rPr lang="en-US" dirty="0"/>
              <a:t> </a:t>
            </a:r>
            <a:r>
              <a:rPr lang="en-US" dirty="0" err="1"/>
              <a:t>التي</a:t>
            </a:r>
            <a:r>
              <a:rPr lang="en-US" dirty="0"/>
              <a:t> </a:t>
            </a:r>
            <a:r>
              <a:rPr lang="en-US" dirty="0" err="1"/>
              <a:t>تقدمها</a:t>
            </a:r>
            <a:r>
              <a:rPr lang="en-US" dirty="0"/>
              <a:t>.</a:t>
            </a:r>
          </a:p>
          <a:p>
            <a:pPr algn="r" rtl="1"/>
            <a:r>
              <a:rPr lang="en-US" b="1" dirty="0" err="1"/>
              <a:t>أهم</a:t>
            </a:r>
            <a:r>
              <a:rPr lang="en-US" b="1" dirty="0"/>
              <a:t> </a:t>
            </a:r>
            <a:r>
              <a:rPr lang="en-US" b="1" dirty="0" err="1"/>
              <a:t>الـKPIs</a:t>
            </a:r>
            <a:r>
              <a:rPr lang="ar-EG" b="1" dirty="0"/>
              <a:t>:</a:t>
            </a:r>
            <a:endParaRPr lang="en-US" b="1" dirty="0"/>
          </a:p>
          <a:p>
            <a:pPr lvl="0" algn="r" rtl="1"/>
            <a:r>
              <a:rPr lang="en-US" b="1" dirty="0"/>
              <a:t>Reach</a:t>
            </a:r>
            <a:r>
              <a:rPr lang="ar-EG" b="1" dirty="0"/>
              <a:t>: </a:t>
            </a:r>
            <a:r>
              <a:rPr lang="en-US" dirty="0" err="1"/>
              <a:t>عدد</a:t>
            </a:r>
            <a:r>
              <a:rPr lang="en-US" dirty="0"/>
              <a:t> </a:t>
            </a:r>
            <a:r>
              <a:rPr lang="en-US" dirty="0" err="1"/>
              <a:t>الأشخاص</a:t>
            </a:r>
            <a:r>
              <a:rPr lang="en-US" dirty="0"/>
              <a:t> </a:t>
            </a:r>
            <a:r>
              <a:rPr lang="en-US" dirty="0" err="1"/>
              <a:t>الذين</a:t>
            </a:r>
            <a:r>
              <a:rPr lang="en-US" dirty="0"/>
              <a:t> </a:t>
            </a:r>
            <a:r>
              <a:rPr lang="en-US" dirty="0" err="1"/>
              <a:t>وصل</a:t>
            </a:r>
            <a:r>
              <a:rPr lang="en-US" dirty="0"/>
              <a:t> </a:t>
            </a:r>
            <a:r>
              <a:rPr lang="en-US" dirty="0" err="1"/>
              <a:t>إليهم</a:t>
            </a:r>
            <a:r>
              <a:rPr lang="en-US" dirty="0"/>
              <a:t> </a:t>
            </a:r>
            <a:r>
              <a:rPr lang="en-US" dirty="0" err="1"/>
              <a:t>المحتوى</a:t>
            </a:r>
            <a:r>
              <a:rPr lang="en-US" dirty="0"/>
              <a:t>. </a:t>
            </a:r>
          </a:p>
          <a:p>
            <a:pPr lvl="0" algn="r" rtl="1"/>
            <a:r>
              <a:rPr lang="en-US" b="1" dirty="0"/>
              <a:t>Impressions</a:t>
            </a:r>
            <a:r>
              <a:rPr lang="ar-EG" b="1" dirty="0"/>
              <a:t>: </a:t>
            </a:r>
            <a:r>
              <a:rPr lang="en-US" dirty="0" err="1"/>
              <a:t>إجمالي</a:t>
            </a:r>
            <a:r>
              <a:rPr lang="en-US" dirty="0"/>
              <a:t> </a:t>
            </a:r>
            <a:r>
              <a:rPr lang="en-US" dirty="0" err="1"/>
              <a:t>مرات</a:t>
            </a:r>
            <a:r>
              <a:rPr lang="en-US" dirty="0"/>
              <a:t> </a:t>
            </a:r>
            <a:r>
              <a:rPr lang="en-US" dirty="0" err="1"/>
              <a:t>ظهور</a:t>
            </a:r>
            <a:r>
              <a:rPr lang="en-US" dirty="0"/>
              <a:t> </a:t>
            </a:r>
            <a:r>
              <a:rPr lang="en-US" dirty="0" err="1"/>
              <a:t>المحتوى</a:t>
            </a:r>
            <a:r>
              <a:rPr lang="en-US" dirty="0"/>
              <a:t>. </a:t>
            </a:r>
          </a:p>
          <a:p>
            <a:pPr lvl="0" algn="r" rtl="1"/>
            <a:r>
              <a:rPr lang="en-US" b="1" dirty="0"/>
              <a:t>Follower Growth Rate</a:t>
            </a:r>
            <a:r>
              <a:rPr lang="ar-EG" b="1" dirty="0"/>
              <a:t>: </a:t>
            </a:r>
            <a:r>
              <a:rPr lang="en-US" dirty="0"/>
              <a:t> </a:t>
            </a:r>
            <a:r>
              <a:rPr lang="en-US" dirty="0" err="1"/>
              <a:t>نسبة</a:t>
            </a:r>
            <a:r>
              <a:rPr lang="en-US" dirty="0"/>
              <a:t> </a:t>
            </a:r>
            <a:r>
              <a:rPr lang="en-US" dirty="0" err="1"/>
              <a:t>نمو</a:t>
            </a:r>
            <a:r>
              <a:rPr lang="en-US" dirty="0"/>
              <a:t> </a:t>
            </a:r>
            <a:r>
              <a:rPr lang="en-US" dirty="0" err="1"/>
              <a:t>عدد</a:t>
            </a:r>
            <a:r>
              <a:rPr lang="en-US" dirty="0"/>
              <a:t> </a:t>
            </a:r>
            <a:r>
              <a:rPr lang="en-US" dirty="0" err="1"/>
              <a:t>المتابعين</a:t>
            </a:r>
            <a:r>
              <a:rPr lang="en-US" dirty="0"/>
              <a:t>. </a:t>
            </a:r>
          </a:p>
          <a:p>
            <a:pPr lvl="0" algn="r" rtl="1"/>
            <a:r>
              <a:rPr lang="en-US" b="1" dirty="0"/>
              <a:t>Profile Visits</a:t>
            </a:r>
            <a:r>
              <a:rPr lang="ar-EG" b="1" dirty="0"/>
              <a:t>: </a:t>
            </a:r>
            <a:r>
              <a:rPr lang="en-US" dirty="0"/>
              <a:t> </a:t>
            </a:r>
            <a:r>
              <a:rPr lang="en-US" dirty="0" err="1"/>
              <a:t>عدد</a:t>
            </a:r>
            <a:r>
              <a:rPr lang="en-US" dirty="0"/>
              <a:t> </a:t>
            </a:r>
            <a:r>
              <a:rPr lang="en-US" dirty="0" err="1"/>
              <a:t>زيارات</a:t>
            </a:r>
            <a:r>
              <a:rPr lang="en-US" dirty="0"/>
              <a:t> </a:t>
            </a:r>
            <a:r>
              <a:rPr lang="en-US" dirty="0" err="1"/>
              <a:t>صفحات</a:t>
            </a:r>
            <a:r>
              <a:rPr lang="en-US" dirty="0"/>
              <a:t> </a:t>
            </a:r>
            <a:r>
              <a:rPr lang="en-US" dirty="0" err="1"/>
              <a:t>الشركة</a:t>
            </a:r>
            <a:r>
              <a:rPr lang="en-US" dirty="0"/>
              <a:t>. </a:t>
            </a:r>
          </a:p>
          <a:p>
            <a:pPr lvl="0" algn="r" rtl="1"/>
            <a:r>
              <a:rPr lang="en-US" b="1" dirty="0"/>
              <a:t>Website Traffic</a:t>
            </a:r>
            <a:r>
              <a:rPr lang="ar-EG" b="1" dirty="0"/>
              <a:t>: </a:t>
            </a:r>
            <a:r>
              <a:rPr lang="en-US" dirty="0"/>
              <a:t> </a:t>
            </a:r>
            <a:r>
              <a:rPr lang="en-US" dirty="0" err="1"/>
              <a:t>عدد</a:t>
            </a:r>
            <a:r>
              <a:rPr lang="en-US" dirty="0"/>
              <a:t> </a:t>
            </a:r>
            <a:r>
              <a:rPr lang="en-US" dirty="0" err="1"/>
              <a:t>الزيارات</a:t>
            </a:r>
            <a:r>
              <a:rPr lang="en-US" dirty="0"/>
              <a:t> </a:t>
            </a:r>
            <a:r>
              <a:rPr lang="en-US" dirty="0" err="1"/>
              <a:t>للموقع</a:t>
            </a:r>
            <a:r>
              <a:rPr lang="en-US" dirty="0"/>
              <a:t> </a:t>
            </a:r>
            <a:r>
              <a:rPr lang="en-US" dirty="0" err="1"/>
              <a:t>الإلكتروني</a:t>
            </a:r>
            <a:r>
              <a:rPr lang="en-US" dirty="0"/>
              <a:t>. </a:t>
            </a:r>
          </a:p>
          <a:p>
            <a:pPr lvl="0" algn="r" rtl="1"/>
            <a:r>
              <a:rPr lang="en-US" b="1" dirty="0"/>
              <a:t>Branded Search Volume</a:t>
            </a:r>
            <a:r>
              <a:rPr lang="ar-EG" b="1" dirty="0"/>
              <a:t>: </a:t>
            </a:r>
            <a:r>
              <a:rPr lang="en-US" dirty="0"/>
              <a:t> </a:t>
            </a:r>
            <a:r>
              <a:rPr lang="en-US" dirty="0" err="1"/>
              <a:t>عدد</a:t>
            </a:r>
            <a:r>
              <a:rPr lang="en-US" dirty="0"/>
              <a:t> </a:t>
            </a:r>
            <a:r>
              <a:rPr lang="en-US" dirty="0" err="1"/>
              <a:t>عمليات</a:t>
            </a:r>
            <a:r>
              <a:rPr lang="en-US" dirty="0"/>
              <a:t> </a:t>
            </a:r>
            <a:r>
              <a:rPr lang="en-US" dirty="0" err="1"/>
              <a:t>البحث</a:t>
            </a:r>
            <a:r>
              <a:rPr lang="en-US" dirty="0"/>
              <a:t> </a:t>
            </a:r>
            <a:r>
              <a:rPr lang="en-US" dirty="0" err="1"/>
              <a:t>عن</a:t>
            </a:r>
            <a:r>
              <a:rPr lang="en-US" dirty="0"/>
              <a:t> </a:t>
            </a:r>
            <a:r>
              <a:rPr lang="en-US" dirty="0" err="1"/>
              <a:t>اسم</a:t>
            </a:r>
            <a:r>
              <a:rPr lang="en-US" dirty="0"/>
              <a:t> </a:t>
            </a:r>
            <a:r>
              <a:rPr lang="en-US" dirty="0" err="1"/>
              <a:t>الشركة</a:t>
            </a:r>
            <a:r>
              <a:rPr lang="en-US" dirty="0"/>
              <a:t>. </a:t>
            </a:r>
          </a:p>
          <a:p>
            <a:pPr lvl="0" algn="r" rtl="1"/>
            <a:r>
              <a:rPr lang="en-US" b="1" dirty="0"/>
              <a:t>Video Views</a:t>
            </a:r>
            <a:r>
              <a:rPr lang="ar-EG" b="1" dirty="0"/>
              <a:t>: </a:t>
            </a:r>
            <a:r>
              <a:rPr lang="en-US" dirty="0" err="1"/>
              <a:t>عدد</a:t>
            </a:r>
            <a:r>
              <a:rPr lang="en-US" dirty="0"/>
              <a:t> </a:t>
            </a:r>
            <a:r>
              <a:rPr lang="en-US" dirty="0" err="1"/>
              <a:t>مشاهدات</a:t>
            </a:r>
            <a:r>
              <a:rPr lang="en-US" dirty="0"/>
              <a:t> </a:t>
            </a:r>
            <a:r>
              <a:rPr lang="en-US" dirty="0" err="1"/>
              <a:t>الـReels</a:t>
            </a:r>
            <a:r>
              <a:rPr lang="en-US" dirty="0"/>
              <a:t> </a:t>
            </a:r>
            <a:r>
              <a:rPr lang="en-US" dirty="0" err="1"/>
              <a:t>والفيديوهات</a:t>
            </a:r>
            <a:r>
              <a:rPr lang="en-US" dirty="0"/>
              <a:t>. </a:t>
            </a:r>
          </a:p>
          <a:p>
            <a:pPr lvl="0" algn="r" rtl="1"/>
            <a:r>
              <a:rPr lang="en-US" b="1" dirty="0"/>
              <a:t>Video View Rate</a:t>
            </a:r>
            <a:r>
              <a:rPr lang="ar-EG" b="1" dirty="0"/>
              <a:t>: </a:t>
            </a:r>
            <a:r>
              <a:rPr lang="en-US" dirty="0"/>
              <a:t> </a:t>
            </a:r>
            <a:r>
              <a:rPr lang="en-US" dirty="0" err="1"/>
              <a:t>نسبة</a:t>
            </a:r>
            <a:r>
              <a:rPr lang="en-US" dirty="0"/>
              <a:t> </a:t>
            </a:r>
            <a:r>
              <a:rPr lang="en-US" dirty="0" err="1"/>
              <a:t>الأشخاص</a:t>
            </a:r>
            <a:r>
              <a:rPr lang="en-US" dirty="0"/>
              <a:t> </a:t>
            </a:r>
            <a:r>
              <a:rPr lang="en-US" dirty="0" err="1"/>
              <a:t>الذين</a:t>
            </a:r>
            <a:r>
              <a:rPr lang="en-US" dirty="0"/>
              <a:t> </a:t>
            </a:r>
            <a:r>
              <a:rPr lang="en-US" dirty="0" err="1"/>
              <a:t>شاهدوا</a:t>
            </a:r>
            <a:r>
              <a:rPr lang="en-US" dirty="0"/>
              <a:t> </a:t>
            </a:r>
            <a:r>
              <a:rPr lang="en-US" dirty="0" err="1"/>
              <a:t>الفيديو</a:t>
            </a:r>
            <a:r>
              <a:rPr lang="en-US" dirty="0"/>
              <a:t> </a:t>
            </a:r>
            <a:r>
              <a:rPr lang="en-US" dirty="0" err="1"/>
              <a:t>مقارنة</a:t>
            </a:r>
            <a:r>
              <a:rPr lang="en-US" dirty="0"/>
              <a:t> </a:t>
            </a:r>
            <a:r>
              <a:rPr lang="en-US" dirty="0" err="1"/>
              <a:t>بعدد</a:t>
            </a:r>
            <a:r>
              <a:rPr lang="en-US" dirty="0"/>
              <a:t> </a:t>
            </a:r>
            <a:r>
              <a:rPr lang="en-US" dirty="0" err="1"/>
              <a:t>مرات</a:t>
            </a:r>
            <a:r>
              <a:rPr lang="en-US" dirty="0"/>
              <a:t> </a:t>
            </a:r>
            <a:r>
              <a:rPr lang="en-US" dirty="0" err="1"/>
              <a:t>ظهوره</a:t>
            </a:r>
            <a:r>
              <a:rPr lang="en-US" dirty="0"/>
              <a:t>. </a:t>
            </a:r>
          </a:p>
          <a:p>
            <a:pPr lvl="0" algn="r" rtl="1"/>
            <a:r>
              <a:rPr lang="en-US" b="1" dirty="0"/>
              <a:t>Engagement Rate</a:t>
            </a:r>
            <a:r>
              <a:rPr lang="ar-EG" b="1" dirty="0"/>
              <a:t>: </a:t>
            </a:r>
            <a:r>
              <a:rPr lang="en-US" dirty="0"/>
              <a:t> </a:t>
            </a:r>
            <a:r>
              <a:rPr lang="en-US" dirty="0" err="1"/>
              <a:t>لقياس</a:t>
            </a:r>
            <a:r>
              <a:rPr lang="en-US" dirty="0"/>
              <a:t> </a:t>
            </a:r>
            <a:r>
              <a:rPr lang="en-US" dirty="0" err="1"/>
              <a:t>مدى</a:t>
            </a:r>
            <a:r>
              <a:rPr lang="en-US" dirty="0"/>
              <a:t> </a:t>
            </a:r>
            <a:r>
              <a:rPr lang="en-US" dirty="0" err="1"/>
              <a:t>تفاعل</a:t>
            </a:r>
            <a:r>
              <a:rPr lang="en-US" dirty="0"/>
              <a:t> </a:t>
            </a:r>
            <a:r>
              <a:rPr lang="en-US" dirty="0" err="1"/>
              <a:t>الجمهور</a:t>
            </a:r>
            <a:r>
              <a:rPr lang="en-US" dirty="0"/>
              <a:t> </a:t>
            </a:r>
            <a:r>
              <a:rPr lang="en-US" dirty="0" err="1"/>
              <a:t>مع</a:t>
            </a:r>
            <a:r>
              <a:rPr lang="en-US" dirty="0"/>
              <a:t> </a:t>
            </a:r>
            <a:r>
              <a:rPr lang="en-US" dirty="0" err="1"/>
              <a:t>المحتوى</a:t>
            </a:r>
            <a:r>
              <a:rPr lang="en-US" dirty="0"/>
              <a:t> </a:t>
            </a:r>
            <a:r>
              <a:rPr lang="en-US" dirty="0" err="1"/>
              <a:t>التوعوي</a:t>
            </a:r>
            <a:r>
              <a:rPr lang="en-US" dirty="0"/>
              <a:t>. </a:t>
            </a:r>
          </a:p>
          <a:p>
            <a:pPr lvl="0" algn="r" rtl="1"/>
            <a:r>
              <a:rPr lang="en-US" b="1" dirty="0"/>
              <a:t>Website New Users</a:t>
            </a:r>
            <a:r>
              <a:rPr lang="ar-EG" b="1" dirty="0"/>
              <a:t>: </a:t>
            </a:r>
            <a:r>
              <a:rPr lang="en-US" dirty="0" err="1"/>
              <a:t>عدد</a:t>
            </a:r>
            <a:r>
              <a:rPr lang="en-US" dirty="0"/>
              <a:t> </a:t>
            </a:r>
            <a:r>
              <a:rPr lang="en-US" dirty="0" err="1"/>
              <a:t>المستخدمين</a:t>
            </a:r>
            <a:r>
              <a:rPr lang="en-US" dirty="0"/>
              <a:t> </a:t>
            </a:r>
            <a:r>
              <a:rPr lang="en-US" dirty="0" err="1"/>
              <a:t>الجدد</a:t>
            </a:r>
            <a:r>
              <a:rPr lang="en-US" dirty="0"/>
              <a:t> </a:t>
            </a:r>
            <a:r>
              <a:rPr lang="en-US" dirty="0" err="1"/>
              <a:t>الذين</a:t>
            </a:r>
            <a:r>
              <a:rPr lang="en-US" dirty="0"/>
              <a:t> </a:t>
            </a:r>
            <a:r>
              <a:rPr lang="en-US" dirty="0" err="1"/>
              <a:t>يصلون</a:t>
            </a:r>
            <a:r>
              <a:rPr lang="en-US" dirty="0"/>
              <a:t> </a:t>
            </a:r>
            <a:r>
              <a:rPr lang="en-US" dirty="0" err="1"/>
              <a:t>إلى</a:t>
            </a:r>
            <a:r>
              <a:rPr lang="en-US" dirty="0"/>
              <a:t> </a:t>
            </a:r>
            <a:r>
              <a:rPr lang="en-US" dirty="0" err="1"/>
              <a:t>الموقع</a:t>
            </a:r>
            <a:r>
              <a:rPr lang="en-US" dirty="0"/>
              <a:t>.</a:t>
            </a:r>
          </a:p>
          <a:p>
            <a:endParaRPr lang="en-US" dirty="0"/>
          </a:p>
        </p:txBody>
      </p:sp>
    </p:spTree>
    <p:extLst>
      <p:ext uri="{BB962C8B-B14F-4D97-AF65-F5344CB8AC3E}">
        <p14:creationId xmlns:p14="http://schemas.microsoft.com/office/powerpoint/2010/main" val="26466075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2324B4-F011-4541-6ADA-6D43EA281B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BF6C22-A418-F908-BA33-884259563DE6}"/>
              </a:ext>
            </a:extLst>
          </p:cNvPr>
          <p:cNvSpPr>
            <a:spLocks noGrp="1"/>
          </p:cNvSpPr>
          <p:nvPr>
            <p:ph type="title"/>
          </p:nvPr>
        </p:nvSpPr>
        <p:spPr/>
        <p:txBody>
          <a:bodyPr/>
          <a:lstStyle/>
          <a:p>
            <a:r>
              <a:rPr lang="en-US" b="1" dirty="0"/>
              <a:t>KPIs And Measurements:</a:t>
            </a:r>
          </a:p>
        </p:txBody>
      </p:sp>
      <p:sp>
        <p:nvSpPr>
          <p:cNvPr id="3" name="Content Placeholder 2">
            <a:extLst>
              <a:ext uri="{FF2B5EF4-FFF2-40B4-BE49-F238E27FC236}">
                <a16:creationId xmlns:a16="http://schemas.microsoft.com/office/drawing/2014/main" id="{CC340D00-86C4-1BE3-D4BF-89158271BF0B}"/>
              </a:ext>
            </a:extLst>
          </p:cNvPr>
          <p:cNvSpPr>
            <a:spLocks noGrp="1"/>
          </p:cNvSpPr>
          <p:nvPr>
            <p:ph idx="1"/>
          </p:nvPr>
        </p:nvSpPr>
        <p:spPr>
          <a:xfrm>
            <a:off x="838200" y="1346662"/>
            <a:ext cx="10515600" cy="4830301"/>
          </a:xfrm>
        </p:spPr>
        <p:txBody>
          <a:bodyPr>
            <a:normAutofit fontScale="70000" lnSpcReduction="20000"/>
          </a:bodyPr>
          <a:lstStyle/>
          <a:p>
            <a:pPr marL="0" indent="0" algn="r" rtl="1">
              <a:buNone/>
            </a:pPr>
            <a:r>
              <a:rPr lang="en-US" b="1" u="sng" dirty="0"/>
              <a:t>2. </a:t>
            </a:r>
            <a:r>
              <a:rPr lang="en-US" b="1" u="sng" dirty="0" err="1"/>
              <a:t>المرحلة</a:t>
            </a:r>
            <a:r>
              <a:rPr lang="en-US" b="1" u="sng" dirty="0"/>
              <a:t> </a:t>
            </a:r>
            <a:r>
              <a:rPr lang="en-US" b="1" u="sng" dirty="0" err="1"/>
              <a:t>الثانية</a:t>
            </a:r>
            <a:r>
              <a:rPr lang="en-US" b="1" u="sng" dirty="0"/>
              <a:t> Engagement —</a:t>
            </a:r>
            <a:endParaRPr lang="ar-EG" b="1" u="sng" dirty="0"/>
          </a:p>
          <a:p>
            <a:pPr marL="0" indent="0" algn="r" rtl="1">
              <a:buNone/>
            </a:pPr>
            <a:r>
              <a:rPr lang="en-US" b="1" dirty="0" err="1"/>
              <a:t>الهدف</a:t>
            </a:r>
            <a:r>
              <a:rPr lang="en-US" b="1" dirty="0"/>
              <a:t>:</a:t>
            </a:r>
            <a:r>
              <a:rPr lang="en-US" dirty="0"/>
              <a:t> </a:t>
            </a:r>
            <a:r>
              <a:rPr lang="en-US" dirty="0" err="1"/>
              <a:t>تحويل</a:t>
            </a:r>
            <a:r>
              <a:rPr lang="en-US" dirty="0"/>
              <a:t> </a:t>
            </a:r>
            <a:r>
              <a:rPr lang="en-US" dirty="0" err="1"/>
              <a:t>الجمهور</a:t>
            </a:r>
            <a:r>
              <a:rPr lang="en-US" dirty="0"/>
              <a:t> </a:t>
            </a:r>
            <a:r>
              <a:rPr lang="en-US" dirty="0" err="1"/>
              <a:t>الذي</a:t>
            </a:r>
            <a:r>
              <a:rPr lang="en-US" dirty="0"/>
              <a:t> </a:t>
            </a:r>
            <a:r>
              <a:rPr lang="en-US" dirty="0" err="1"/>
              <a:t>أصبح</a:t>
            </a:r>
            <a:r>
              <a:rPr lang="en-US" dirty="0"/>
              <a:t> </a:t>
            </a:r>
            <a:r>
              <a:rPr lang="en-US" dirty="0" err="1"/>
              <a:t>يعرف</a:t>
            </a:r>
            <a:r>
              <a:rPr lang="en-US" dirty="0"/>
              <a:t> </a:t>
            </a:r>
            <a:r>
              <a:rPr lang="en-US" dirty="0" err="1"/>
              <a:t>الشركة</a:t>
            </a:r>
            <a:r>
              <a:rPr lang="en-US" dirty="0"/>
              <a:t> </a:t>
            </a:r>
            <a:r>
              <a:rPr lang="en-US" dirty="0" err="1"/>
              <a:t>إلى</a:t>
            </a:r>
            <a:r>
              <a:rPr lang="en-US" dirty="0"/>
              <a:t> </a:t>
            </a:r>
            <a:r>
              <a:rPr lang="en-US" dirty="0" err="1"/>
              <a:t>جمهور</a:t>
            </a:r>
            <a:r>
              <a:rPr lang="en-US" dirty="0"/>
              <a:t> </a:t>
            </a:r>
            <a:r>
              <a:rPr lang="en-US" dirty="0" err="1"/>
              <a:t>مهتم</a:t>
            </a:r>
            <a:r>
              <a:rPr lang="en-US" dirty="0"/>
              <a:t> </a:t>
            </a:r>
            <a:r>
              <a:rPr lang="en-US" dirty="0" err="1"/>
              <a:t>ومتفاعل</a:t>
            </a:r>
            <a:r>
              <a:rPr lang="en-US" dirty="0"/>
              <a:t> </a:t>
            </a:r>
            <a:r>
              <a:rPr lang="en-US" dirty="0" err="1"/>
              <a:t>معها</a:t>
            </a:r>
            <a:r>
              <a:rPr lang="en-US" dirty="0"/>
              <a:t>.</a:t>
            </a:r>
          </a:p>
          <a:p>
            <a:pPr marL="0" indent="0" algn="r" rtl="1">
              <a:buNone/>
            </a:pPr>
            <a:r>
              <a:rPr lang="en-US" b="1" dirty="0" err="1"/>
              <a:t>أهم</a:t>
            </a:r>
            <a:r>
              <a:rPr lang="en-US" b="1" dirty="0"/>
              <a:t> </a:t>
            </a:r>
            <a:r>
              <a:rPr lang="en-US" b="1" dirty="0" err="1"/>
              <a:t>الـKPIs</a:t>
            </a:r>
            <a:r>
              <a:rPr lang="en-US" b="1" dirty="0"/>
              <a:t>:</a:t>
            </a:r>
          </a:p>
          <a:p>
            <a:pPr lvl="0" algn="r" rtl="1"/>
            <a:r>
              <a:rPr lang="en-US" b="1" dirty="0"/>
              <a:t>Engagement Rate</a:t>
            </a:r>
            <a:r>
              <a:rPr lang="en-US" dirty="0"/>
              <a:t> </a:t>
            </a:r>
          </a:p>
          <a:p>
            <a:pPr lvl="0" algn="r" rtl="1"/>
            <a:r>
              <a:rPr lang="en-US" b="1" dirty="0"/>
              <a:t>Likes</a:t>
            </a:r>
            <a:r>
              <a:rPr lang="en-US" dirty="0"/>
              <a:t> </a:t>
            </a:r>
          </a:p>
          <a:p>
            <a:pPr lvl="0" algn="r" rtl="1"/>
            <a:r>
              <a:rPr lang="en-US" b="1" dirty="0"/>
              <a:t>Comments</a:t>
            </a:r>
            <a:r>
              <a:rPr lang="en-US" dirty="0"/>
              <a:t> </a:t>
            </a:r>
          </a:p>
          <a:p>
            <a:pPr lvl="0" algn="r" rtl="1"/>
            <a:r>
              <a:rPr lang="en-US" b="1" dirty="0"/>
              <a:t>Shares</a:t>
            </a:r>
            <a:r>
              <a:rPr lang="en-US" dirty="0"/>
              <a:t> </a:t>
            </a:r>
          </a:p>
          <a:p>
            <a:pPr lvl="0" algn="r" rtl="1"/>
            <a:r>
              <a:rPr lang="en-US" b="1" dirty="0"/>
              <a:t>Saves</a:t>
            </a:r>
            <a:r>
              <a:rPr lang="en-US" dirty="0"/>
              <a:t> </a:t>
            </a:r>
          </a:p>
          <a:p>
            <a:pPr lvl="0" algn="r" rtl="1"/>
            <a:r>
              <a:rPr lang="en-US" b="1" dirty="0"/>
              <a:t>Profile Visits</a:t>
            </a:r>
            <a:r>
              <a:rPr lang="en-US" dirty="0"/>
              <a:t> </a:t>
            </a:r>
          </a:p>
          <a:p>
            <a:pPr lvl="0" algn="r" rtl="1"/>
            <a:r>
              <a:rPr lang="en-US" b="1" dirty="0"/>
              <a:t>Follower Growth</a:t>
            </a:r>
            <a:r>
              <a:rPr lang="en-US" dirty="0"/>
              <a:t> </a:t>
            </a:r>
          </a:p>
          <a:p>
            <a:pPr lvl="0" algn="r" rtl="1"/>
            <a:r>
              <a:rPr lang="en-US" b="1" dirty="0"/>
              <a:t>Video Completion Rate</a:t>
            </a:r>
            <a:r>
              <a:rPr lang="en-US" dirty="0"/>
              <a:t> </a:t>
            </a:r>
          </a:p>
          <a:p>
            <a:pPr lvl="0" algn="r" rtl="1"/>
            <a:r>
              <a:rPr lang="en-US" b="1" dirty="0"/>
              <a:t>Website Engagement</a:t>
            </a:r>
            <a:r>
              <a:rPr lang="en-US" dirty="0"/>
              <a:t> </a:t>
            </a:r>
          </a:p>
          <a:p>
            <a:pPr lvl="0" algn="r" rtl="1"/>
            <a:r>
              <a:rPr lang="en-US" b="1" dirty="0"/>
              <a:t>Average Engagement Time</a:t>
            </a:r>
            <a:r>
              <a:rPr lang="en-US" dirty="0"/>
              <a:t> </a:t>
            </a:r>
          </a:p>
          <a:p>
            <a:pPr lvl="0" algn="r" rtl="1"/>
            <a:r>
              <a:rPr lang="en-US" b="1" dirty="0"/>
              <a:t>Returning Users</a:t>
            </a:r>
            <a:r>
              <a:rPr lang="en-US" dirty="0"/>
              <a:t> </a:t>
            </a:r>
          </a:p>
        </p:txBody>
      </p:sp>
    </p:spTree>
    <p:extLst>
      <p:ext uri="{BB962C8B-B14F-4D97-AF65-F5344CB8AC3E}">
        <p14:creationId xmlns:p14="http://schemas.microsoft.com/office/powerpoint/2010/main" val="23589529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EE630F-A513-54D8-3CD8-97D47E6C1D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2B363E-88A4-1C92-C1A0-75059E17950F}"/>
              </a:ext>
            </a:extLst>
          </p:cNvPr>
          <p:cNvSpPr>
            <a:spLocks noGrp="1"/>
          </p:cNvSpPr>
          <p:nvPr>
            <p:ph type="title"/>
          </p:nvPr>
        </p:nvSpPr>
        <p:spPr/>
        <p:txBody>
          <a:bodyPr/>
          <a:lstStyle/>
          <a:p>
            <a:r>
              <a:rPr lang="en-US" b="1" dirty="0"/>
              <a:t>KPIs And Measurements:</a:t>
            </a:r>
          </a:p>
        </p:txBody>
      </p:sp>
      <p:sp>
        <p:nvSpPr>
          <p:cNvPr id="3" name="Content Placeholder 2">
            <a:extLst>
              <a:ext uri="{FF2B5EF4-FFF2-40B4-BE49-F238E27FC236}">
                <a16:creationId xmlns:a16="http://schemas.microsoft.com/office/drawing/2014/main" id="{C9D73F1F-B9A4-A07A-3D4E-08439690CDC9}"/>
              </a:ext>
            </a:extLst>
          </p:cNvPr>
          <p:cNvSpPr>
            <a:spLocks noGrp="1"/>
          </p:cNvSpPr>
          <p:nvPr>
            <p:ph idx="1"/>
          </p:nvPr>
        </p:nvSpPr>
        <p:spPr>
          <a:xfrm>
            <a:off x="838200" y="1346662"/>
            <a:ext cx="10515600" cy="4830301"/>
          </a:xfrm>
        </p:spPr>
        <p:txBody>
          <a:bodyPr>
            <a:normAutofit fontScale="85000" lnSpcReduction="20000"/>
          </a:bodyPr>
          <a:lstStyle/>
          <a:p>
            <a:pPr algn="r" rtl="1"/>
            <a:r>
              <a:rPr lang="en-US" b="1" u="sng" dirty="0"/>
              <a:t> </a:t>
            </a:r>
            <a:r>
              <a:rPr lang="en-US" b="1" u="sng" dirty="0" err="1"/>
              <a:t>المرحلة</a:t>
            </a:r>
            <a:r>
              <a:rPr lang="en-US" b="1" u="sng" dirty="0"/>
              <a:t> </a:t>
            </a:r>
            <a:r>
              <a:rPr lang="en-US" b="1" u="sng" dirty="0" err="1"/>
              <a:t>الثالثة</a:t>
            </a:r>
            <a:r>
              <a:rPr lang="en-US" b="1" u="sng" dirty="0"/>
              <a:t> Sales Content —</a:t>
            </a:r>
          </a:p>
          <a:p>
            <a:pPr marL="0" indent="0" algn="r" rtl="1">
              <a:buNone/>
            </a:pPr>
            <a:r>
              <a:rPr lang="en-US" b="1" dirty="0" err="1"/>
              <a:t>الهدف</a:t>
            </a:r>
            <a:r>
              <a:rPr lang="en-US" b="1" dirty="0"/>
              <a:t>:</a:t>
            </a:r>
            <a:r>
              <a:rPr lang="en-US" dirty="0"/>
              <a:t> </a:t>
            </a:r>
            <a:r>
              <a:rPr lang="en-US" dirty="0" err="1"/>
              <a:t>تحويل</a:t>
            </a:r>
            <a:r>
              <a:rPr lang="en-US" dirty="0"/>
              <a:t> </a:t>
            </a:r>
            <a:r>
              <a:rPr lang="en-US" dirty="0" err="1"/>
              <a:t>الاهتمام</a:t>
            </a:r>
            <a:r>
              <a:rPr lang="en-US" dirty="0"/>
              <a:t> </a:t>
            </a:r>
            <a:r>
              <a:rPr lang="en-US" dirty="0" err="1"/>
              <a:t>إلى</a:t>
            </a:r>
            <a:r>
              <a:rPr lang="en-US" dirty="0"/>
              <a:t> </a:t>
            </a:r>
            <a:r>
              <a:rPr lang="en-US" dirty="0" err="1"/>
              <a:t>فرص</a:t>
            </a:r>
            <a:r>
              <a:rPr lang="en-US" dirty="0"/>
              <a:t> </a:t>
            </a:r>
            <a:r>
              <a:rPr lang="en-US" dirty="0" err="1"/>
              <a:t>تجارية</a:t>
            </a:r>
            <a:r>
              <a:rPr lang="en-US" dirty="0"/>
              <a:t> </a:t>
            </a:r>
            <a:r>
              <a:rPr lang="en-US" dirty="0" err="1"/>
              <a:t>وLeads</a:t>
            </a:r>
            <a:r>
              <a:rPr lang="en-US" dirty="0"/>
              <a:t>.</a:t>
            </a:r>
          </a:p>
          <a:p>
            <a:pPr algn="r" rtl="1"/>
            <a:r>
              <a:rPr lang="en-US" b="1" dirty="0" err="1"/>
              <a:t>أهم</a:t>
            </a:r>
            <a:r>
              <a:rPr lang="en-US" b="1" dirty="0"/>
              <a:t> </a:t>
            </a:r>
            <a:r>
              <a:rPr lang="en-US" b="1" dirty="0" err="1"/>
              <a:t>الـKPIs</a:t>
            </a:r>
            <a:r>
              <a:rPr lang="en-US" b="1" dirty="0"/>
              <a:t>:</a:t>
            </a:r>
          </a:p>
          <a:p>
            <a:pPr lvl="0" algn="r" rtl="1"/>
            <a:r>
              <a:rPr lang="en-US" b="1" dirty="0"/>
              <a:t> :Qualified Leads</a:t>
            </a:r>
            <a:r>
              <a:rPr lang="en-US" dirty="0"/>
              <a:t>  </a:t>
            </a:r>
            <a:r>
              <a:rPr lang="en-US" dirty="0" err="1"/>
              <a:t>عدد</a:t>
            </a:r>
            <a:r>
              <a:rPr lang="en-US" dirty="0"/>
              <a:t> </a:t>
            </a:r>
            <a:r>
              <a:rPr lang="en-US" dirty="0" err="1"/>
              <a:t>العملاء</a:t>
            </a:r>
            <a:r>
              <a:rPr lang="en-US" dirty="0"/>
              <a:t> </a:t>
            </a:r>
            <a:r>
              <a:rPr lang="en-US" dirty="0" err="1"/>
              <a:t>المحتملين</a:t>
            </a:r>
            <a:r>
              <a:rPr lang="en-US" dirty="0"/>
              <a:t> </a:t>
            </a:r>
            <a:r>
              <a:rPr lang="en-US" dirty="0" err="1"/>
              <a:t>المؤهلين</a:t>
            </a:r>
            <a:r>
              <a:rPr lang="en-US" dirty="0"/>
              <a:t>. </a:t>
            </a:r>
          </a:p>
          <a:p>
            <a:pPr lvl="0" algn="r" rtl="1"/>
            <a:r>
              <a:rPr lang="en-US" b="1" dirty="0"/>
              <a:t>Lead Generation Rate</a:t>
            </a:r>
            <a:r>
              <a:rPr lang="en-US" dirty="0"/>
              <a:t> </a:t>
            </a:r>
          </a:p>
          <a:p>
            <a:pPr lvl="0" algn="r" rtl="1"/>
            <a:r>
              <a:rPr lang="en-US" b="1" dirty="0"/>
              <a:t>Conversion Rate</a:t>
            </a:r>
            <a:r>
              <a:rPr lang="en-US" dirty="0"/>
              <a:t> </a:t>
            </a:r>
          </a:p>
          <a:p>
            <a:pPr lvl="0" algn="r" rtl="1"/>
            <a:r>
              <a:rPr lang="en-US" b="1" dirty="0"/>
              <a:t>Website Conversion Rate</a:t>
            </a:r>
            <a:r>
              <a:rPr lang="en-US" dirty="0"/>
              <a:t> </a:t>
            </a:r>
          </a:p>
          <a:p>
            <a:pPr lvl="0" algn="r" rtl="1"/>
            <a:r>
              <a:rPr lang="en-US" b="1" dirty="0"/>
              <a:t> :Service Inquiries</a:t>
            </a:r>
            <a:r>
              <a:rPr lang="en-US" dirty="0"/>
              <a:t> </a:t>
            </a:r>
            <a:r>
              <a:rPr lang="en-US" dirty="0" err="1"/>
              <a:t>عدد</a:t>
            </a:r>
            <a:r>
              <a:rPr lang="en-US" dirty="0"/>
              <a:t> </a:t>
            </a:r>
            <a:r>
              <a:rPr lang="en-US" dirty="0" err="1"/>
              <a:t>الاستفسارات</a:t>
            </a:r>
            <a:r>
              <a:rPr lang="en-US" dirty="0"/>
              <a:t> </a:t>
            </a:r>
            <a:r>
              <a:rPr lang="en-US" dirty="0" err="1"/>
              <a:t>عن</a:t>
            </a:r>
            <a:r>
              <a:rPr lang="en-US" dirty="0"/>
              <a:t> </a:t>
            </a:r>
            <a:r>
              <a:rPr lang="en-US" dirty="0" err="1"/>
              <a:t>الخدمات</a:t>
            </a:r>
            <a:r>
              <a:rPr lang="en-US" dirty="0"/>
              <a:t>. </a:t>
            </a:r>
          </a:p>
          <a:p>
            <a:pPr lvl="0" algn="r" rtl="1"/>
            <a:r>
              <a:rPr lang="en-US" b="1" dirty="0"/>
              <a:t>Cost Per Lead (CPL)</a:t>
            </a:r>
            <a:r>
              <a:rPr lang="en-US" dirty="0"/>
              <a:t> </a:t>
            </a:r>
          </a:p>
          <a:p>
            <a:pPr lvl="0" algn="r" rtl="1"/>
            <a:r>
              <a:rPr lang="en-US" b="1" dirty="0"/>
              <a:t>Cost Per Qualified Lead (CPQL)</a:t>
            </a:r>
            <a:r>
              <a:rPr lang="en-US" dirty="0"/>
              <a:t> </a:t>
            </a:r>
          </a:p>
          <a:p>
            <a:pPr lvl="0" algn="r" rtl="1"/>
            <a:r>
              <a:rPr lang="en-US" b="1" dirty="0"/>
              <a:t>Number of New Clients</a:t>
            </a:r>
            <a:r>
              <a:rPr lang="en-US" dirty="0"/>
              <a:t> </a:t>
            </a:r>
          </a:p>
          <a:p>
            <a:pPr lvl="0" algn="r" rtl="1"/>
            <a:r>
              <a:rPr lang="en-US" b="1" dirty="0"/>
              <a:t>Customer Acquisition Cost (CAC)</a:t>
            </a:r>
            <a:endParaRPr lang="en-US" dirty="0"/>
          </a:p>
        </p:txBody>
      </p:sp>
    </p:spTree>
    <p:extLst>
      <p:ext uri="{BB962C8B-B14F-4D97-AF65-F5344CB8AC3E}">
        <p14:creationId xmlns:p14="http://schemas.microsoft.com/office/powerpoint/2010/main" val="3403707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499</TotalTime>
  <Words>1011</Words>
  <Application>Microsoft Office PowerPoint</Application>
  <PresentationFormat>Widescreen</PresentationFormat>
  <Paragraphs>118</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Calibri Light</vt:lpstr>
      <vt:lpstr>Office Theme</vt:lpstr>
      <vt:lpstr> </vt:lpstr>
      <vt:lpstr>SWOT Analysis:</vt:lpstr>
      <vt:lpstr>Competitors:</vt:lpstr>
      <vt:lpstr>USPs:</vt:lpstr>
      <vt:lpstr>Company Goals</vt:lpstr>
      <vt:lpstr>Social Media Campaign Goals</vt:lpstr>
      <vt:lpstr>Target Audience:</vt:lpstr>
      <vt:lpstr>Positioning On Social Media:</vt:lpstr>
      <vt:lpstr>Content Pillars:</vt:lpstr>
      <vt:lpstr>Content Format:</vt:lpstr>
      <vt:lpstr>Timeline:</vt:lpstr>
      <vt:lpstr>KPIs And Measurements:</vt:lpstr>
      <vt:lpstr>KPIs And Measurements:</vt:lpstr>
      <vt:lpstr>KPIs And Measurements: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OUR PC</dc:creator>
  <cp:lastModifiedBy>OUR PC</cp:lastModifiedBy>
  <cp:revision>2</cp:revision>
  <dcterms:created xsi:type="dcterms:W3CDTF">2026-09-13T21:29:56Z</dcterms:created>
  <dcterms:modified xsi:type="dcterms:W3CDTF">2026-09-15T08:31:48Z</dcterms:modified>
</cp:coreProperties>
</file>